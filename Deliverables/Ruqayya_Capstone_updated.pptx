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4551" r:id="rId4"/>
  </p:sldMasterIdLst>
  <p:notesMasterIdLst>
    <p:notesMasterId r:id="rId18"/>
  </p:notesMasterIdLst>
  <p:handoutMasterIdLst>
    <p:handoutMasterId r:id="rId19"/>
  </p:handoutMasterIdLst>
  <p:sldIdLst>
    <p:sldId id="1779" r:id="rId5"/>
    <p:sldId id="1749" r:id="rId6"/>
    <p:sldId id="1995" r:id="rId7"/>
    <p:sldId id="2005" r:id="rId8"/>
    <p:sldId id="1996" r:id="rId9"/>
    <p:sldId id="1998" r:id="rId10"/>
    <p:sldId id="2006" r:id="rId11"/>
    <p:sldId id="1999" r:id="rId12"/>
    <p:sldId id="2000" r:id="rId13"/>
    <p:sldId id="2001" r:id="rId14"/>
    <p:sldId id="2002" r:id="rId15"/>
    <p:sldId id="2003" r:id="rId16"/>
    <p:sldId id="2004" r:id="rId17"/>
  </p:sldIdLst>
  <p:sldSz cx="12436475" cy="6994525"/>
  <p:notesSz cx="6858000" cy="1019175"/>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3" id="{82884CC8-64E1-4CFE-9ADB-320B37E0B1C6}">
          <p14:sldIdLst>
            <p14:sldId id="1779"/>
            <p14:sldId id="1749"/>
            <p14:sldId id="1995"/>
            <p14:sldId id="2005"/>
            <p14:sldId id="1996"/>
            <p14:sldId id="1998"/>
            <p14:sldId id="2006"/>
            <p14:sldId id="1999"/>
            <p14:sldId id="2000"/>
            <p14:sldId id="2001"/>
            <p14:sldId id="2002"/>
            <p14:sldId id="2003"/>
            <p14:sldId id="200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0093"/>
    <a:srgbClr val="6490B7"/>
    <a:srgbClr val="E5221D"/>
    <a:srgbClr val="FFB350"/>
    <a:srgbClr val="F87935"/>
    <a:srgbClr val="557BA1"/>
    <a:srgbClr val="547CA0"/>
    <a:srgbClr val="FE883B"/>
    <a:srgbClr val="FFCB6D"/>
    <a:srgbClr val="DD1A1F"/>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1E0472-47E7-4F10-85FD-8EEFDD66D4A7}" v="5" dt="2021-03-24T21:29:12.7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27" autoAdjust="0"/>
    <p:restoredTop sz="90748" autoAdjust="0"/>
  </p:normalViewPr>
  <p:slideViewPr>
    <p:cSldViewPr snapToGrid="0">
      <p:cViewPr varScale="1">
        <p:scale>
          <a:sx n="73" d="100"/>
          <a:sy n="73" d="100"/>
        </p:scale>
        <p:origin x="1090" y="72"/>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50" d="100"/>
        <a:sy n="150" d="100"/>
      </p:scale>
      <p:origin x="0" y="0"/>
    </p:cViewPr>
  </p:sorterViewPr>
  <p:notesViewPr>
    <p:cSldViewPr snapToGrid="0" showGuides="1">
      <p:cViewPr varScale="1">
        <p:scale>
          <a:sx n="66" d="100"/>
          <a:sy n="66" d="100"/>
        </p:scale>
        <p:origin x="2280" y="43"/>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A5FDB7B-8DB8-4A3A-95C8-7102BBC9A9E1}" type="datetime8">
              <a:rPr lang="en-US" smtClean="0">
                <a:latin typeface="Segoe UI" pitchFamily="34" charset="0"/>
              </a:rPr>
              <a:t>1/7/2026 5:53 AM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CE60099-03E7-4FA1-8A7F-E6E6CFB0F855}" type="datetime8">
              <a:rPr lang="en-US" smtClean="0"/>
              <a:t>1/7/2026 5:53 AM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dt="0"/>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algn="l"/>
            <a:endParaRPr lang="en-US" b="0" i="0" dirty="0">
              <a:solidFill>
                <a:srgbClr val="D4D4D4"/>
              </a:solidFill>
              <a:effectLst/>
              <a:latin typeface="-apple-system"/>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34595962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68DE6-7A8C-A6A4-84FA-A76AF31229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E10913-4083-CE1C-1B60-7F3C6C494E7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DB4DB78-591D-2581-86AA-43F105A5B2F7}"/>
              </a:ext>
            </a:extLst>
          </p:cNvPr>
          <p:cNvSpPr>
            <a:spLocks noGrp="1"/>
          </p:cNvSpPr>
          <p:nvPr>
            <p:ph type="body" idx="1"/>
          </p:nvPr>
        </p:nvSpPr>
        <p:spPr/>
        <p:txBody>
          <a:bodyPr/>
          <a:lstStyle/>
          <a:p>
            <a:pPr algn="l"/>
            <a:endParaRPr lang="en-US" b="0" i="0" dirty="0">
              <a:solidFill>
                <a:srgbClr val="D4D4D4"/>
              </a:solidFill>
              <a:effectLst/>
              <a:latin typeface="-apple-system"/>
            </a:endParaRPr>
          </a:p>
        </p:txBody>
      </p:sp>
      <p:sp>
        <p:nvSpPr>
          <p:cNvPr id="4" name="Header Placeholder 3">
            <a:extLst>
              <a:ext uri="{FF2B5EF4-FFF2-40B4-BE49-F238E27FC236}">
                <a16:creationId xmlns:a16="http://schemas.microsoft.com/office/drawing/2014/main" id="{2AB5878D-FC9C-9A33-39FD-5E379D544DD8}"/>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D687FFFC-2088-B72F-CC23-D4E49899FACA}"/>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15FEB38B-B385-CDA2-9534-19FE7E827126}"/>
              </a:ext>
            </a:extLst>
          </p:cNvPr>
          <p:cNvSpPr>
            <a:spLocks noGrp="1"/>
          </p:cNvSpPr>
          <p:nvPr>
            <p:ph type="sldNum" sz="quarter" idx="5"/>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9984071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E4490-2DA8-A359-FABE-6A33EBB511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7BFDD0-38D1-5CAB-85C7-9419C407584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C1A7CDB-3DAA-DB77-00EF-55316601549B}"/>
              </a:ext>
            </a:extLst>
          </p:cNvPr>
          <p:cNvSpPr>
            <a:spLocks noGrp="1"/>
          </p:cNvSpPr>
          <p:nvPr>
            <p:ph type="body" idx="1"/>
          </p:nvPr>
        </p:nvSpPr>
        <p:spPr/>
        <p:txBody>
          <a:bodyPr/>
          <a:lstStyle/>
          <a:p>
            <a:pPr algn="l"/>
            <a:endParaRPr lang="en-US" b="0" i="0" dirty="0">
              <a:solidFill>
                <a:srgbClr val="D4D4D4"/>
              </a:solidFill>
              <a:effectLst/>
              <a:latin typeface="-apple-system"/>
            </a:endParaRPr>
          </a:p>
        </p:txBody>
      </p:sp>
      <p:sp>
        <p:nvSpPr>
          <p:cNvPr id="4" name="Header Placeholder 3">
            <a:extLst>
              <a:ext uri="{FF2B5EF4-FFF2-40B4-BE49-F238E27FC236}">
                <a16:creationId xmlns:a16="http://schemas.microsoft.com/office/drawing/2014/main" id="{49A1A0E0-7D26-B329-DFE8-A88D0EC0360B}"/>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3343FC94-BCF4-C279-2F35-881A63E2F662}"/>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47B3E553-7068-A32D-27F7-2B126BBC45A0}"/>
              </a:ext>
            </a:extLst>
          </p:cNvPr>
          <p:cNvSpPr>
            <a:spLocks noGrp="1"/>
          </p:cNvSpPr>
          <p:nvPr>
            <p:ph type="sldNum" sz="quarter" idx="5"/>
          </p:nvPr>
        </p:nvSpPr>
        <p:spPr/>
        <p:txBody>
          <a:bodyPr/>
          <a:lstStyle/>
          <a:p>
            <a:fld id="{B4008EB6-D09E-4580-8CD6-DDB14511944F}" type="slidenum">
              <a:rPr lang="en-US" smtClean="0"/>
              <a:pPr/>
              <a:t>4</a:t>
            </a:fld>
            <a:endParaRPr lang="en-US"/>
          </a:p>
        </p:txBody>
      </p:sp>
    </p:spTree>
    <p:extLst>
      <p:ext uri="{BB962C8B-B14F-4D97-AF65-F5344CB8AC3E}">
        <p14:creationId xmlns:p14="http://schemas.microsoft.com/office/powerpoint/2010/main" val="40952728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24505421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7">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6797437" y="2582862"/>
            <a:ext cx="5537797" cy="1126109"/>
          </a:xfrm>
          <a:prstGeom prst="rect">
            <a:avLst/>
          </a:prstGeom>
          <a:noFill/>
        </p:spPr>
        <p:txBody>
          <a:bodyPr lIns="0" tIns="0" rIns="0" bIns="182880" anchor="ctr" anchorCtr="0"/>
          <a:lstStyle>
            <a:lvl1pPr algn="ctr">
              <a:lnSpc>
                <a:spcPct val="100000"/>
              </a:lnSpc>
              <a:defRPr sz="4800" strike="noStrike" spc="-50" baseline="0">
                <a:solidFill>
                  <a:srgbClr val="000000"/>
                </a:solidFill>
              </a:defRPr>
            </a:lvl1pPr>
          </a:lstStyle>
          <a:p>
            <a:r>
              <a:rPr lang="en-US" dirty="0"/>
              <a:t>Project Title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6811498" y="5012066"/>
            <a:ext cx="5521944" cy="964046"/>
          </a:xfrm>
          <a:prstGeom prst="rect">
            <a:avLst/>
          </a:prstGeom>
        </p:spPr>
        <p:txBody>
          <a:bodyPr/>
          <a:lstStyle>
            <a:lvl1pPr algn="ctr">
              <a:lnSpc>
                <a:spcPct val="150000"/>
              </a:lnSpc>
              <a:defRPr sz="1800">
                <a:solidFill>
                  <a:schemeClr val="bg1">
                    <a:lumMod val="50000"/>
                  </a:schemeClr>
                </a:solidFill>
              </a:defRPr>
            </a:lvl1pPr>
            <a:lvl2pPr>
              <a:defRPr sz="1800">
                <a:solidFill>
                  <a:srgbClr val="000000"/>
                </a:solidFill>
              </a:defRPr>
            </a:lvl2pPr>
            <a:lvl3pPr>
              <a:defRPr sz="1400"/>
            </a:lvl3pPr>
            <a:lvl4pPr>
              <a:defRPr sz="1400"/>
            </a:lvl4pPr>
            <a:lvl5pPr>
              <a:defRPr sz="1050"/>
            </a:lvl5pPr>
          </a:lstStyle>
          <a:p>
            <a:pPr lvl="0"/>
            <a:r>
              <a:rPr lang="en-US" dirty="0"/>
              <a:t>Author name</a:t>
            </a:r>
            <a:br>
              <a:rPr lang="en-US" dirty="0"/>
            </a:br>
            <a:r>
              <a:rPr lang="en-US" dirty="0"/>
              <a:t>Date</a:t>
            </a:r>
          </a:p>
        </p:txBody>
      </p:sp>
      <p:pic>
        <p:nvPicPr>
          <p:cNvPr id="3" name="Picture 2">
            <a:extLst>
              <a:ext uri="{FF2B5EF4-FFF2-40B4-BE49-F238E27FC236}">
                <a16:creationId xmlns:a16="http://schemas.microsoft.com/office/drawing/2014/main" id="{8AB82214-8E23-368F-0619-63CA2D72D5C4}"/>
              </a:ext>
            </a:extLst>
          </p:cNvPr>
          <p:cNvPicPr>
            <a:picLocks noChangeAspect="1"/>
          </p:cNvPicPr>
          <p:nvPr userDrawn="1"/>
        </p:nvPicPr>
        <p:blipFill>
          <a:blip r:embed="rId2"/>
          <a:stretch>
            <a:fillRect/>
          </a:stretch>
        </p:blipFill>
        <p:spPr>
          <a:xfrm>
            <a:off x="8775" y="0"/>
            <a:ext cx="6672449" cy="6994525"/>
          </a:xfrm>
          <a:prstGeom prst="rect">
            <a:avLst/>
          </a:prstGeom>
        </p:spPr>
      </p:pic>
      <p:sp>
        <p:nvSpPr>
          <p:cNvPr id="5" name="Text Placeholder 4">
            <a:extLst>
              <a:ext uri="{FF2B5EF4-FFF2-40B4-BE49-F238E27FC236}">
                <a16:creationId xmlns:a16="http://schemas.microsoft.com/office/drawing/2014/main" id="{66FEA25C-00A2-1C9C-E8B9-42CEC7D03FB0}"/>
              </a:ext>
            </a:extLst>
          </p:cNvPr>
          <p:cNvSpPr>
            <a:spLocks noGrp="1"/>
          </p:cNvSpPr>
          <p:nvPr>
            <p:ph type="body" sz="quarter" idx="16" hasCustomPrompt="1"/>
          </p:nvPr>
        </p:nvSpPr>
        <p:spPr>
          <a:xfrm>
            <a:off x="6811963" y="3841750"/>
            <a:ext cx="5521325" cy="1017926"/>
          </a:xfrm>
        </p:spPr>
        <p:txBody>
          <a:bodyPr/>
          <a:lstStyle>
            <a:lvl1pPr algn="ctr">
              <a:defRPr sz="2000">
                <a:solidFill>
                  <a:schemeClr val="bg1">
                    <a:lumMod val="50000"/>
                  </a:schemeClr>
                </a:solidFill>
              </a:defRPr>
            </a:lvl1pPr>
          </a:lstStyle>
          <a:p>
            <a:pPr lvl="0"/>
            <a:r>
              <a:rPr lang="en-US" dirty="0"/>
              <a:t>Short Description</a:t>
            </a:r>
            <a:endParaRPr lang="en-IN" dirty="0"/>
          </a:p>
        </p:txBody>
      </p:sp>
    </p:spTree>
    <p:extLst>
      <p:ext uri="{BB962C8B-B14F-4D97-AF65-F5344CB8AC3E}">
        <p14:creationId xmlns:p14="http://schemas.microsoft.com/office/powerpoint/2010/main" val="130968702"/>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386203"/>
            <a:ext cx="11533187" cy="411162"/>
          </a:xfrm>
          <a:prstGeom prst="rect">
            <a:avLst/>
          </a:prstGeom>
        </p:spPr>
        <p:txBody>
          <a:bodyPr wrap="square" lIns="0" tIns="0" rIns="0" bIns="0">
            <a:spAutoFit/>
          </a:bodyPr>
          <a:lstStyle>
            <a:lvl1pPr>
              <a:lnSpc>
                <a:spcPts val="3200"/>
              </a:lnSpc>
              <a:defRPr sz="2800">
                <a:solidFill>
                  <a:srgbClr val="000000"/>
                </a:solidFill>
              </a:defRPr>
            </a:lvl1pPr>
          </a:lstStyle>
          <a:p>
            <a:r>
              <a:rPr lang="en-US" dirty="0"/>
              <a:t>Heading Segoe UI </a:t>
            </a:r>
            <a:r>
              <a:rPr lang="en-US" dirty="0" err="1"/>
              <a:t>Semibold</a:t>
            </a:r>
            <a:r>
              <a:rPr lang="en-US" dirty="0"/>
              <a:t> 28/32</a:t>
            </a:r>
          </a:p>
        </p:txBody>
      </p:sp>
      <p:sp>
        <p:nvSpPr>
          <p:cNvPr id="7" name="Text Placeholder 3">
            <a:extLst>
              <a:ext uri="{FF2B5EF4-FFF2-40B4-BE49-F238E27FC236}">
                <a16:creationId xmlns:a16="http://schemas.microsoft.com/office/drawing/2014/main" id="{FEE1E43F-C091-614B-AA20-F39D0AACAA1C}"/>
              </a:ext>
            </a:extLst>
          </p:cNvPr>
          <p:cNvSpPr>
            <a:spLocks noGrp="1"/>
          </p:cNvSpPr>
          <p:nvPr>
            <p:ph type="body" sz="quarter" idx="10" hasCustomPrompt="1"/>
          </p:nvPr>
        </p:nvSpPr>
        <p:spPr>
          <a:xfrm>
            <a:off x="465138" y="1118378"/>
            <a:ext cx="11533187" cy="5232202"/>
          </a:xfrm>
          <a:prstGeom prst="rect">
            <a:avLst/>
          </a:prstGeom>
        </p:spPr>
        <p:txBody>
          <a:bodyPr wrap="square" lIns="0" tIns="0" rIns="0" bIns="0">
            <a:spAutoFit/>
          </a:bodyPr>
          <a:lstStyle>
            <a:lvl1pPr marL="0" marR="0" indent="0" algn="l" defTabSz="932742" rtl="0" eaLnBrk="1" fontAlgn="auto" latinLnBrk="0" hangingPunct="1">
              <a:lnSpc>
                <a:spcPct val="150000"/>
              </a:lnSpc>
              <a:spcBef>
                <a:spcPts val="0"/>
              </a:spcBef>
              <a:spcAft>
                <a:spcPts val="0"/>
              </a:spcAft>
              <a:buClrTx/>
              <a:buSzPct val="90000"/>
              <a:buFont typeface="Arial" panose="020B0604020202020204" pitchFamily="34" charset="0"/>
              <a:buNone/>
              <a:tabLst/>
              <a:defRPr lang="en-US" sz="2200" kern="1200" spc="0" baseline="0">
                <a:solidFill>
                  <a:srgbClr val="000000"/>
                </a:solidFill>
                <a:latin typeface="+mn-lt"/>
                <a:ea typeface="+mn-ea"/>
                <a:cs typeface="+mn-cs"/>
              </a:defRPr>
            </a:lvl1pPr>
            <a:lvl2pPr marL="228600" indent="0">
              <a:buNone/>
              <a:defRPr/>
            </a:lvl2pPr>
            <a:lvl3pPr marL="457200" indent="0">
              <a:buNone/>
              <a:defRPr/>
            </a:lvl3pPr>
            <a:lvl4pPr marL="685800" indent="0">
              <a:buNone/>
              <a:defRPr/>
            </a:lvl4pPr>
            <a:lvl5pPr marL="914400" indent="0">
              <a:buNone/>
              <a:defRPr/>
            </a:lvl5pPr>
          </a:lstStyle>
          <a:p>
            <a:pPr marL="342900" marR="0" lvl="0" indent="-342900" algn="l" defTabSz="932742" rtl="0" eaLnBrk="1" fontAlgn="auto" latinLnBrk="0" hangingPunct="1">
              <a:lnSpc>
                <a:spcPts val="2400"/>
              </a:lnSpc>
              <a:spcBef>
                <a:spcPts val="0"/>
              </a:spcBef>
              <a:spcAft>
                <a:spcPts val="0"/>
              </a:spcAft>
              <a:buClrTx/>
              <a:buSzPct val="90000"/>
              <a:buFont typeface="Arial" panose="020B0604020202020204" pitchFamily="34" charset="0"/>
              <a:buChar char="•"/>
              <a:tabLst/>
              <a:defRPr/>
            </a:pPr>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br>
              <a:rPr lang="en-US" dirty="0"/>
            </a:br>
            <a:endParaRPr lang="en-US" dirty="0"/>
          </a:p>
          <a:p>
            <a:pPr marL="342900" marR="0" lvl="0" indent="-342900" algn="l" defTabSz="932742" rtl="0" eaLnBrk="1" fontAlgn="auto" latinLnBrk="0" hangingPunct="1">
              <a:lnSpc>
                <a:spcPts val="2400"/>
              </a:lnSpc>
              <a:spcBef>
                <a:spcPts val="0"/>
              </a:spcBef>
              <a:spcAft>
                <a:spcPts val="0"/>
              </a:spcAft>
              <a:buClrTx/>
              <a:buSzPct val="90000"/>
              <a:buFont typeface="Arial" panose="020B0604020202020204" pitchFamily="34" charset="0"/>
              <a:buChar char="•"/>
              <a:tabLst/>
              <a:defRPr/>
            </a:pPr>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br>
              <a:rPr lang="en-US" dirty="0"/>
            </a:br>
            <a:endParaRPr lang="en-US" dirty="0"/>
          </a:p>
          <a:p>
            <a:pPr marL="342900" marR="0" lvl="0" indent="-342900" algn="l" defTabSz="932742" rtl="0" eaLnBrk="1" fontAlgn="auto" latinLnBrk="0" hangingPunct="1">
              <a:lnSpc>
                <a:spcPts val="2400"/>
              </a:lnSpc>
              <a:spcBef>
                <a:spcPts val="0"/>
              </a:spcBef>
              <a:spcAft>
                <a:spcPts val="0"/>
              </a:spcAft>
              <a:buClrTx/>
              <a:buSzPct val="90000"/>
              <a:buFont typeface="Arial" panose="020B0604020202020204" pitchFamily="34" charset="0"/>
              <a:buChar char="•"/>
              <a:tabLst/>
              <a:defRPr/>
            </a:pPr>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br>
              <a:rPr lang="en-US" dirty="0"/>
            </a:br>
            <a:endParaRPr lang="en-US" dirty="0"/>
          </a:p>
          <a:p>
            <a:pPr marL="342900" marR="0" lvl="0" indent="-342900" algn="l" defTabSz="932742" rtl="0" eaLnBrk="1" fontAlgn="auto" latinLnBrk="0" hangingPunct="1">
              <a:lnSpc>
                <a:spcPts val="2400"/>
              </a:lnSpc>
              <a:spcBef>
                <a:spcPts val="0"/>
              </a:spcBef>
              <a:spcAft>
                <a:spcPts val="0"/>
              </a:spcAft>
              <a:buClrTx/>
              <a:buSzPct val="90000"/>
              <a:buFont typeface="Arial" panose="020B0604020202020204" pitchFamily="34" charset="0"/>
              <a:buChar char="•"/>
              <a:tabLst/>
              <a:defRPr/>
            </a:pPr>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br>
              <a:rPr lang="en-US" dirty="0"/>
            </a:br>
            <a:endParaRPr lang="en-US" dirty="0"/>
          </a:p>
          <a:p>
            <a:pPr marL="342900" marR="0" lvl="0" indent="-342900" algn="l" defTabSz="932742" rtl="0" eaLnBrk="1" fontAlgn="auto" latinLnBrk="0" hangingPunct="1">
              <a:lnSpc>
                <a:spcPts val="2400"/>
              </a:lnSpc>
              <a:spcBef>
                <a:spcPts val="0"/>
              </a:spcBef>
              <a:spcAft>
                <a:spcPts val="0"/>
              </a:spcAft>
              <a:buClrTx/>
              <a:buSzPct val="90000"/>
              <a:buFont typeface="Arial" panose="020B0604020202020204" pitchFamily="34" charset="0"/>
              <a:buChar char="•"/>
              <a:tabLst/>
              <a:defRPr/>
            </a:pPr>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endParaRPr lang="en-US" dirty="0"/>
          </a:p>
          <a:p>
            <a:pPr marL="342900" marR="0" lvl="0" indent="-342900" algn="l" defTabSz="932742" rtl="0" eaLnBrk="1" fontAlgn="auto" latinLnBrk="0" hangingPunct="1">
              <a:lnSpc>
                <a:spcPts val="2400"/>
              </a:lnSpc>
              <a:spcBef>
                <a:spcPts val="0"/>
              </a:spcBef>
              <a:spcAft>
                <a:spcPts val="0"/>
              </a:spcAft>
              <a:buClrTx/>
              <a:buSzPct val="90000"/>
              <a:buFont typeface="Arial" panose="020B0604020202020204" pitchFamily="34" charset="0"/>
              <a:buChar char="•"/>
              <a:tabLst/>
              <a:defRPr/>
            </a:pPr>
            <a:endParaRPr lang="en-US" dirty="0"/>
          </a:p>
          <a:p>
            <a:pPr marL="342900" marR="0" lvl="0" indent="-342900" algn="l" defTabSz="932742" rtl="0" eaLnBrk="1" fontAlgn="auto" latinLnBrk="0" hangingPunct="1">
              <a:lnSpc>
                <a:spcPts val="2400"/>
              </a:lnSpc>
              <a:spcBef>
                <a:spcPts val="0"/>
              </a:spcBef>
              <a:spcAft>
                <a:spcPts val="0"/>
              </a:spcAft>
              <a:buClrTx/>
              <a:buSzPct val="90000"/>
              <a:buFont typeface="Arial" panose="020B0604020202020204" pitchFamily="34" charset="0"/>
              <a:buChar char="•"/>
              <a:tabLst/>
              <a:defRPr/>
            </a:pPr>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endParaRPr lang="en-US" dirty="0"/>
          </a:p>
        </p:txBody>
      </p:sp>
    </p:spTree>
    <p:extLst>
      <p:ext uri="{BB962C8B-B14F-4D97-AF65-F5344CB8AC3E}">
        <p14:creationId xmlns:p14="http://schemas.microsoft.com/office/powerpoint/2010/main" val="2383953445"/>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386203"/>
            <a:ext cx="11533187" cy="411162"/>
          </a:xfrm>
          <a:prstGeom prst="rect">
            <a:avLst/>
          </a:prstGeom>
        </p:spPr>
        <p:txBody>
          <a:bodyPr wrap="square" lIns="0" tIns="0" rIns="0" bIns="0">
            <a:spAutoFit/>
          </a:bodyPr>
          <a:lstStyle>
            <a:lvl1pPr>
              <a:lnSpc>
                <a:spcPts val="3200"/>
              </a:lnSpc>
              <a:defRPr sz="2800">
                <a:solidFill>
                  <a:srgbClr val="000000"/>
                </a:solidFill>
              </a:defRPr>
            </a:lvl1pPr>
          </a:lstStyle>
          <a:p>
            <a:r>
              <a:rPr lang="en-US" dirty="0"/>
              <a:t>Problem Statement</a:t>
            </a:r>
          </a:p>
        </p:txBody>
      </p:sp>
      <p:sp>
        <p:nvSpPr>
          <p:cNvPr id="7" name="Text Placeholder 3">
            <a:extLst>
              <a:ext uri="{FF2B5EF4-FFF2-40B4-BE49-F238E27FC236}">
                <a16:creationId xmlns:a16="http://schemas.microsoft.com/office/drawing/2014/main" id="{FEE1E43F-C091-614B-AA20-F39D0AACAA1C}"/>
              </a:ext>
            </a:extLst>
          </p:cNvPr>
          <p:cNvSpPr>
            <a:spLocks noGrp="1"/>
          </p:cNvSpPr>
          <p:nvPr>
            <p:ph type="body" sz="quarter" idx="10" hasCustomPrompt="1"/>
          </p:nvPr>
        </p:nvSpPr>
        <p:spPr>
          <a:xfrm>
            <a:off x="465138" y="1775927"/>
            <a:ext cx="11533187" cy="923330"/>
          </a:xfrm>
          <a:prstGeom prst="rect">
            <a:avLst/>
          </a:prstGeom>
        </p:spPr>
        <p:txBody>
          <a:bodyPr wrap="square" lIns="0" tIns="0" rIns="0" bIns="0">
            <a:spAutoFit/>
          </a:bodyPr>
          <a:lstStyle>
            <a:lvl1pPr marL="342900" marR="0" indent="-342900" algn="l" defTabSz="932742" rtl="0" eaLnBrk="1" fontAlgn="auto" latinLnBrk="0" hangingPunct="1">
              <a:lnSpc>
                <a:spcPct val="150000"/>
              </a:lnSpc>
              <a:spcBef>
                <a:spcPts val="0"/>
              </a:spcBef>
              <a:spcAft>
                <a:spcPts val="0"/>
              </a:spcAft>
              <a:buClrTx/>
              <a:buSzPct val="90000"/>
              <a:buFont typeface="Arial" panose="020B0604020202020204" pitchFamily="34" charset="0"/>
              <a:buChar char="•"/>
              <a:tabLst/>
              <a:defRPr lang="en-US" sz="2200" kern="1200" spc="0" baseline="0">
                <a:solidFill>
                  <a:srgbClr val="000000"/>
                </a:solidFill>
                <a:latin typeface="+mn-lt"/>
                <a:ea typeface="+mn-ea"/>
                <a:cs typeface="+mn-cs"/>
              </a:defRPr>
            </a:lvl1pPr>
            <a:lvl2pPr marL="228600" indent="0">
              <a:buNone/>
              <a:defRPr/>
            </a:lvl2pPr>
            <a:lvl3pPr marL="457200" indent="0">
              <a:buNone/>
              <a:defRPr/>
            </a:lvl3pPr>
            <a:lvl4pPr marL="685800" indent="0">
              <a:buNone/>
              <a:defRPr/>
            </a:lvl4pPr>
            <a:lvl5pPr marL="914400" indent="0">
              <a:buNone/>
              <a:defRPr/>
            </a:lvl5pPr>
          </a:lstStyle>
          <a:p>
            <a:pPr marL="342900" marR="0" lvl="0" indent="-342900" algn="l" defTabSz="932742" rtl="0" eaLnBrk="1" fontAlgn="auto" latinLnBrk="0" hangingPunct="1">
              <a:lnSpc>
                <a:spcPts val="2400"/>
              </a:lnSpc>
              <a:spcBef>
                <a:spcPts val="0"/>
              </a:spcBef>
              <a:spcAft>
                <a:spcPts val="0"/>
              </a:spcAft>
              <a:buClrTx/>
              <a:buSzPct val="90000"/>
              <a:buFont typeface="Arial" panose="020B0604020202020204" pitchFamily="34" charset="0"/>
              <a:buChar char="•"/>
              <a:tabLst/>
              <a:defRPr/>
            </a:pPr>
            <a:r>
              <a:rPr lang="en-US" dirty="0"/>
              <a:t>Key challenge 1</a:t>
            </a:r>
          </a:p>
          <a:p>
            <a:pPr marL="342900" marR="0" lvl="0" indent="-342900" algn="l" defTabSz="932742" rtl="0" eaLnBrk="1" fontAlgn="auto" latinLnBrk="0" hangingPunct="1">
              <a:lnSpc>
                <a:spcPts val="2400"/>
              </a:lnSpc>
              <a:spcBef>
                <a:spcPts val="0"/>
              </a:spcBef>
              <a:spcAft>
                <a:spcPts val="0"/>
              </a:spcAft>
              <a:buClrTx/>
              <a:buSzPct val="90000"/>
              <a:buFont typeface="Arial" panose="020B0604020202020204" pitchFamily="34" charset="0"/>
              <a:buChar char="•"/>
              <a:tabLst/>
              <a:defRPr/>
            </a:pPr>
            <a:r>
              <a:rPr lang="en-US" dirty="0"/>
              <a:t>Key challenge 2</a:t>
            </a:r>
          </a:p>
          <a:p>
            <a:pPr marL="342900" marR="0" lvl="0" indent="-342900" algn="l" defTabSz="932742" rtl="0" eaLnBrk="1" fontAlgn="auto" latinLnBrk="0" hangingPunct="1">
              <a:lnSpc>
                <a:spcPts val="2400"/>
              </a:lnSpc>
              <a:spcBef>
                <a:spcPts val="0"/>
              </a:spcBef>
              <a:spcAft>
                <a:spcPts val="0"/>
              </a:spcAft>
              <a:buClrTx/>
              <a:buSzPct val="90000"/>
              <a:buFont typeface="Arial" panose="020B0604020202020204" pitchFamily="34" charset="0"/>
              <a:buChar char="•"/>
              <a:tabLst/>
              <a:defRPr/>
            </a:pPr>
            <a:r>
              <a:rPr lang="en-US" dirty="0"/>
              <a:t>Key challenge 3</a:t>
            </a:r>
          </a:p>
        </p:txBody>
      </p:sp>
      <p:sp>
        <p:nvSpPr>
          <p:cNvPr id="4" name="Text Placeholder 3">
            <a:extLst>
              <a:ext uri="{FF2B5EF4-FFF2-40B4-BE49-F238E27FC236}">
                <a16:creationId xmlns:a16="http://schemas.microsoft.com/office/drawing/2014/main" id="{202D4641-1CFC-F564-7B6C-B011779B3702}"/>
              </a:ext>
            </a:extLst>
          </p:cNvPr>
          <p:cNvSpPr>
            <a:spLocks noGrp="1"/>
          </p:cNvSpPr>
          <p:nvPr>
            <p:ph type="body" sz="quarter" idx="11" hasCustomPrompt="1"/>
          </p:nvPr>
        </p:nvSpPr>
        <p:spPr>
          <a:xfrm>
            <a:off x="465138" y="996950"/>
            <a:ext cx="11533187" cy="553998"/>
          </a:xfrm>
        </p:spPr>
        <p:txBody>
          <a:bodyPr/>
          <a:lstStyle/>
          <a:p>
            <a:pPr lvl="0"/>
            <a:r>
              <a:rPr lang="en-US" dirty="0"/>
              <a:t>Describe the problem your project solves. </a:t>
            </a:r>
          </a:p>
        </p:txBody>
      </p:sp>
    </p:spTree>
    <p:extLst>
      <p:ext uri="{BB962C8B-B14F-4D97-AF65-F5344CB8AC3E}">
        <p14:creationId xmlns:p14="http://schemas.microsoft.com/office/powerpoint/2010/main" val="2586395686"/>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option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a:prstGeom prst="rect">
            <a:avLst/>
          </a:prstGeom>
        </p:spPr>
        <p:txBody>
          <a:bodyPr wrap="square" lIns="0" tIns="0" rIns="0" bIns="0">
            <a:spAutoFit/>
          </a:bodyPr>
          <a:lstStyle>
            <a:lvl1pPr>
              <a:lnSpc>
                <a:spcPts val="3200"/>
              </a:lnSpc>
              <a:defRPr sz="2800">
                <a:solidFill>
                  <a:srgbClr val="000000"/>
                </a:solidFill>
              </a:defRPr>
            </a:lvl1pPr>
          </a:lstStyle>
          <a:p>
            <a:r>
              <a:rPr lang="en-US" dirty="0"/>
              <a:t>Text option 1: three column bulleted list</a:t>
            </a:r>
          </a:p>
        </p:txBody>
      </p:sp>
      <p:sp>
        <p:nvSpPr>
          <p:cNvPr id="4" name="Text Placeholder 3"/>
          <p:cNvSpPr>
            <a:spLocks noGrp="1"/>
          </p:cNvSpPr>
          <p:nvPr>
            <p:ph type="body" sz="quarter" idx="10" hasCustomPrompt="1"/>
          </p:nvPr>
        </p:nvSpPr>
        <p:spPr>
          <a:xfrm>
            <a:off x="465138" y="1960860"/>
            <a:ext cx="9572625" cy="615553"/>
          </a:xfrm>
          <a:prstGeom prst="rect">
            <a:avLst/>
          </a:prstGeom>
        </p:spPr>
        <p:txBody>
          <a:bodyPr wrap="square" lIns="0" tIns="0" rIns="0" bIns="0">
            <a:spAutoFit/>
          </a:bodyPr>
          <a:lstStyle>
            <a:lvl1pPr marL="0" indent="0">
              <a:lnSpc>
                <a:spcPts val="2400"/>
              </a:lnSpc>
              <a:buNone/>
              <a:defRPr lang="en-US" sz="2000" kern="1200" spc="0" baseline="0" dirty="0">
                <a:solidFill>
                  <a:srgbClr val="000000"/>
                </a:solidFill>
                <a:latin typeface="+mn-lt"/>
                <a:ea typeface="+mn-ea"/>
                <a:cs typeface="+mn-cs"/>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Subhead Segoe UI Regular 20/24. Dis </a:t>
            </a:r>
            <a:r>
              <a:rPr lang="en-US" dirty="0" err="1"/>
              <a:t>apid</a:t>
            </a:r>
            <a:r>
              <a:rPr lang="en-US" dirty="0"/>
              <a:t> </a:t>
            </a:r>
            <a:r>
              <a:rPr lang="en-US" dirty="0" err="1"/>
              <a:t>es</a:t>
            </a:r>
            <a:r>
              <a:rPr lang="en-US" dirty="0"/>
              <a:t>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a:t>
            </a:r>
            <a:r>
              <a:rPr lang="en-US" dirty="0" err="1"/>
              <a:t>vit</a:t>
            </a:r>
            <a:r>
              <a:rPr lang="en-US" dirty="0"/>
              <a: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r>
              <a:rPr lang="en-US" dirty="0"/>
              <a:t>.</a:t>
            </a:r>
          </a:p>
        </p:txBody>
      </p:sp>
      <p:sp>
        <p:nvSpPr>
          <p:cNvPr id="5" name="Text Placeholder 4"/>
          <p:cNvSpPr>
            <a:spLocks noGrp="1"/>
          </p:cNvSpPr>
          <p:nvPr>
            <p:ph type="body" sz="quarter" idx="11" hasCustomPrompt="1"/>
          </p:nvPr>
        </p:nvSpPr>
        <p:spPr>
          <a:xfrm>
            <a:off x="465138" y="3214124"/>
            <a:ext cx="3690937" cy="220510"/>
          </a:xfrm>
          <a:prstGeom prst="rect">
            <a:avLst/>
          </a:prstGeom>
        </p:spPr>
        <p:txBody>
          <a:bodyPr lIns="0" tIns="0" rIns="0" bIns="0"/>
          <a:lstStyle>
            <a:lvl1pPr marL="0" indent="0">
              <a:lnSpc>
                <a:spcPts val="1800"/>
              </a:lnSpc>
              <a:spcBef>
                <a:spcPts val="0"/>
              </a:spcBef>
              <a:spcAft>
                <a:spcPts val="600"/>
              </a:spcAft>
              <a:buNone/>
              <a:defRPr sz="1400" b="0" spc="0" baseline="0">
                <a:solidFill>
                  <a:schemeClr val="tx2"/>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dirty="0"/>
              <a:t>Paragraph title Segoe UI </a:t>
            </a:r>
            <a:r>
              <a:rPr lang="en-US" dirty="0" err="1"/>
              <a:t>Semibold</a:t>
            </a:r>
            <a:r>
              <a:rPr lang="en-US" dirty="0"/>
              <a:t> 14/18</a:t>
            </a:r>
          </a:p>
        </p:txBody>
      </p:sp>
      <p:sp>
        <p:nvSpPr>
          <p:cNvPr id="21" name="Text Placeholder 4">
            <a:extLst>
              <a:ext uri="{FF2B5EF4-FFF2-40B4-BE49-F238E27FC236}">
                <a16:creationId xmlns:a16="http://schemas.microsoft.com/office/drawing/2014/main" id="{03383CEA-4FEB-4C9E-B7D6-3B36BC8EB75A}"/>
              </a:ext>
            </a:extLst>
          </p:cNvPr>
          <p:cNvSpPr>
            <a:spLocks noGrp="1"/>
          </p:cNvSpPr>
          <p:nvPr>
            <p:ph type="body" sz="quarter" idx="12" hasCustomPrompt="1"/>
          </p:nvPr>
        </p:nvSpPr>
        <p:spPr>
          <a:xfrm>
            <a:off x="4405042" y="3214124"/>
            <a:ext cx="3690937" cy="220510"/>
          </a:xfrm>
          <a:prstGeom prst="rect">
            <a:avLst/>
          </a:prstGeom>
        </p:spPr>
        <p:txBody>
          <a:bodyPr lIns="0" tIns="0" rIns="0" bIns="0"/>
          <a:lstStyle>
            <a:lvl1pPr marL="0" indent="0">
              <a:lnSpc>
                <a:spcPts val="1800"/>
              </a:lnSpc>
              <a:spcBef>
                <a:spcPts val="0"/>
              </a:spcBef>
              <a:spcAft>
                <a:spcPts val="600"/>
              </a:spcAft>
              <a:buNone/>
              <a:defRPr sz="1400" b="0" spc="0" baseline="0">
                <a:solidFill>
                  <a:schemeClr val="tx2"/>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dirty="0"/>
              <a:t>Paragraph title Segoe UI </a:t>
            </a:r>
            <a:r>
              <a:rPr lang="en-US" dirty="0" err="1"/>
              <a:t>Semibold</a:t>
            </a:r>
            <a:r>
              <a:rPr lang="en-US" dirty="0"/>
              <a:t> 14/18</a:t>
            </a:r>
          </a:p>
        </p:txBody>
      </p:sp>
      <p:sp>
        <p:nvSpPr>
          <p:cNvPr id="22" name="Text Placeholder 4">
            <a:extLst>
              <a:ext uri="{FF2B5EF4-FFF2-40B4-BE49-F238E27FC236}">
                <a16:creationId xmlns:a16="http://schemas.microsoft.com/office/drawing/2014/main" id="{35007055-7118-477F-B301-DB401591FA27}"/>
              </a:ext>
            </a:extLst>
          </p:cNvPr>
          <p:cNvSpPr>
            <a:spLocks noGrp="1"/>
          </p:cNvSpPr>
          <p:nvPr>
            <p:ph type="body" sz="quarter" idx="13" hasCustomPrompt="1"/>
          </p:nvPr>
        </p:nvSpPr>
        <p:spPr>
          <a:xfrm>
            <a:off x="8313383" y="3214124"/>
            <a:ext cx="3690937" cy="220510"/>
          </a:xfrm>
          <a:prstGeom prst="rect">
            <a:avLst/>
          </a:prstGeom>
        </p:spPr>
        <p:txBody>
          <a:bodyPr lIns="0" tIns="0" rIns="0" bIns="0"/>
          <a:lstStyle>
            <a:lvl1pPr marL="0" indent="0">
              <a:lnSpc>
                <a:spcPts val="1800"/>
              </a:lnSpc>
              <a:spcBef>
                <a:spcPts val="0"/>
              </a:spcBef>
              <a:spcAft>
                <a:spcPts val="600"/>
              </a:spcAft>
              <a:buNone/>
              <a:defRPr sz="1400" b="0" spc="0" baseline="0">
                <a:solidFill>
                  <a:schemeClr val="tx2"/>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dirty="0"/>
              <a:t>Paragraph title Segoe UI </a:t>
            </a:r>
            <a:r>
              <a:rPr lang="en-US" dirty="0" err="1"/>
              <a:t>Semibold</a:t>
            </a:r>
            <a:r>
              <a:rPr lang="en-US" dirty="0"/>
              <a:t> 14/18</a:t>
            </a:r>
          </a:p>
        </p:txBody>
      </p:sp>
      <p:sp>
        <p:nvSpPr>
          <p:cNvPr id="23" name="Text Box 3">
            <a:extLst>
              <a:ext uri="{FF2B5EF4-FFF2-40B4-BE49-F238E27FC236}">
                <a16:creationId xmlns:a16="http://schemas.microsoft.com/office/drawing/2014/main" id="{DD31BD93-DFDF-4C46-8FDE-B1B55850B6B2}"/>
              </a:ext>
            </a:extLst>
          </p:cNvPr>
          <p:cNvSpPr txBox="1">
            <a:spLocks noChangeArrowheads="1"/>
          </p:cNvSpPr>
          <p:nvPr userDrawn="1"/>
        </p:nvSpPr>
        <p:spPr bwMode="blackWhite">
          <a:xfrm>
            <a:off x="463276" y="6583680"/>
            <a:ext cx="11533187" cy="107722"/>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32290" eaLnBrk="0" hangingPunct="0"/>
            <a:r>
              <a:rPr lang="en-US" sz="700" dirty="0">
                <a:solidFill>
                  <a:schemeClr val="accent6">
                    <a:lumMod val="75000"/>
                  </a:schemeClr>
                </a:solidFill>
                <a:cs typeface="Segoe UI" pitchFamily="34" charset="0"/>
              </a:rPr>
              <a:t>©Microsoft Corporation									                                                                                                                                             Azure </a:t>
            </a:r>
          </a:p>
        </p:txBody>
      </p:sp>
      <p:sp>
        <p:nvSpPr>
          <p:cNvPr id="24" name="Text Placeholder 4">
            <a:extLst>
              <a:ext uri="{FF2B5EF4-FFF2-40B4-BE49-F238E27FC236}">
                <a16:creationId xmlns:a16="http://schemas.microsoft.com/office/drawing/2014/main" id="{2951A14E-1D63-9E44-9361-FD57A8BD812A}"/>
              </a:ext>
            </a:extLst>
          </p:cNvPr>
          <p:cNvSpPr>
            <a:spLocks noGrp="1"/>
          </p:cNvSpPr>
          <p:nvPr>
            <p:ph type="body" sz="quarter" idx="17" hasCustomPrompt="1"/>
          </p:nvPr>
        </p:nvSpPr>
        <p:spPr>
          <a:xfrm>
            <a:off x="463276" y="3445695"/>
            <a:ext cx="3690937" cy="2067104"/>
          </a:xfrm>
          <a:prstGeom prst="rect">
            <a:avLst/>
          </a:prstGeom>
        </p:spPr>
        <p:txBody>
          <a:bodyPr lIns="0" tIns="0" rIns="0" bIns="0"/>
          <a:lstStyle>
            <a:lvl1pPr marL="285750" indent="-285750">
              <a:lnSpc>
                <a:spcPts val="1800"/>
              </a:lnSpc>
              <a:spcBef>
                <a:spcPts val="0"/>
              </a:spcBef>
              <a:buFont typeface="Arial" panose="020B0604020202020204" pitchFamily="34" charset="0"/>
              <a:buChar char="•"/>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5" name="Text Placeholder 4">
            <a:extLst>
              <a:ext uri="{FF2B5EF4-FFF2-40B4-BE49-F238E27FC236}">
                <a16:creationId xmlns:a16="http://schemas.microsoft.com/office/drawing/2014/main" id="{1C3BF983-4009-1049-9AD7-C94BE3AA193C}"/>
              </a:ext>
            </a:extLst>
          </p:cNvPr>
          <p:cNvSpPr>
            <a:spLocks noGrp="1"/>
          </p:cNvSpPr>
          <p:nvPr>
            <p:ph type="body" sz="quarter" idx="18" hasCustomPrompt="1"/>
          </p:nvPr>
        </p:nvSpPr>
        <p:spPr>
          <a:xfrm>
            <a:off x="4405042" y="3445695"/>
            <a:ext cx="3690937" cy="2067104"/>
          </a:xfrm>
          <a:prstGeom prst="rect">
            <a:avLst/>
          </a:prstGeom>
        </p:spPr>
        <p:txBody>
          <a:bodyPr lIns="0" tIns="0" rIns="0" bIns="0"/>
          <a:lstStyle>
            <a:lvl1pPr marL="285750" indent="-285750">
              <a:lnSpc>
                <a:spcPts val="1800"/>
              </a:lnSpc>
              <a:spcBef>
                <a:spcPts val="0"/>
              </a:spcBef>
              <a:buFont typeface="Arial" panose="020B0604020202020204" pitchFamily="34" charset="0"/>
              <a:buChar char="•"/>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6" name="Text Placeholder 4">
            <a:extLst>
              <a:ext uri="{FF2B5EF4-FFF2-40B4-BE49-F238E27FC236}">
                <a16:creationId xmlns:a16="http://schemas.microsoft.com/office/drawing/2014/main" id="{2361C016-E331-F44F-ACAE-52E4AE73469E}"/>
              </a:ext>
            </a:extLst>
          </p:cNvPr>
          <p:cNvSpPr>
            <a:spLocks noGrp="1"/>
          </p:cNvSpPr>
          <p:nvPr>
            <p:ph type="body" sz="quarter" idx="19" hasCustomPrompt="1"/>
          </p:nvPr>
        </p:nvSpPr>
        <p:spPr>
          <a:xfrm>
            <a:off x="8320326" y="3445695"/>
            <a:ext cx="3690937" cy="2067104"/>
          </a:xfrm>
          <a:prstGeom prst="rect">
            <a:avLst/>
          </a:prstGeom>
        </p:spPr>
        <p:txBody>
          <a:bodyPr lIns="0" tIns="0" rIns="0" bIns="0"/>
          <a:lstStyle>
            <a:lvl1pPr marL="285750" indent="-285750">
              <a:lnSpc>
                <a:spcPts val="1800"/>
              </a:lnSpc>
              <a:spcBef>
                <a:spcPts val="0"/>
              </a:spcBef>
              <a:buFont typeface="Arial" panose="020B0604020202020204" pitchFamily="34" charset="0"/>
              <a:buChar char="•"/>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2693854987"/>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option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a:prstGeom prst="rect">
            <a:avLst/>
          </a:prstGeom>
        </p:spPr>
        <p:txBody>
          <a:bodyPr wrap="square" lIns="0" tIns="0" rIns="0" bIns="0">
            <a:spAutoFit/>
          </a:bodyPr>
          <a:lstStyle>
            <a:lvl1pPr>
              <a:lnSpc>
                <a:spcPts val="3200"/>
              </a:lnSpc>
              <a:defRPr sz="2800">
                <a:solidFill>
                  <a:srgbClr val="000000"/>
                </a:solidFill>
              </a:defRPr>
            </a:lvl1pPr>
          </a:lstStyle>
          <a:p>
            <a:r>
              <a:rPr lang="en-US" dirty="0"/>
              <a:t>Text option 2: two columns copy heavy</a:t>
            </a:r>
          </a:p>
        </p:txBody>
      </p:sp>
      <p:sp>
        <p:nvSpPr>
          <p:cNvPr id="16" name="Text Placeholder 4">
            <a:extLst>
              <a:ext uri="{FF2B5EF4-FFF2-40B4-BE49-F238E27FC236}">
                <a16:creationId xmlns:a16="http://schemas.microsoft.com/office/drawing/2014/main" id="{99E39B6D-21AF-485C-B606-D6EA248988A6}"/>
              </a:ext>
            </a:extLst>
          </p:cNvPr>
          <p:cNvSpPr>
            <a:spLocks noGrp="1"/>
          </p:cNvSpPr>
          <p:nvPr>
            <p:ph type="body" sz="quarter" idx="13" hasCustomPrompt="1"/>
          </p:nvPr>
        </p:nvSpPr>
        <p:spPr>
          <a:xfrm>
            <a:off x="465138" y="2410676"/>
            <a:ext cx="3690937" cy="220510"/>
          </a:xfrm>
          <a:prstGeom prst="rect">
            <a:avLst/>
          </a:prstGeom>
        </p:spPr>
        <p:txBody>
          <a:bodyPr lIns="0" tIns="0" rIns="0" bIns="0"/>
          <a:lstStyle>
            <a:lvl1pPr marL="0" indent="0">
              <a:lnSpc>
                <a:spcPts val="1800"/>
              </a:lnSpc>
              <a:spcBef>
                <a:spcPts val="900"/>
              </a:spcBef>
              <a:buNone/>
              <a:defRPr lang="en-US" sz="1400" b="0" kern="1200" spc="0" baseline="0" dirty="0">
                <a:solidFill>
                  <a:schemeClr val="tx2"/>
                </a:solidFill>
                <a:latin typeface="+mj-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7" name="Text Placeholder 4">
            <a:extLst>
              <a:ext uri="{FF2B5EF4-FFF2-40B4-BE49-F238E27FC236}">
                <a16:creationId xmlns:a16="http://schemas.microsoft.com/office/drawing/2014/main" id="{D0D85DDD-B7EA-4D73-BA98-A5ACF1DB2D33}"/>
              </a:ext>
            </a:extLst>
          </p:cNvPr>
          <p:cNvSpPr>
            <a:spLocks noGrp="1"/>
          </p:cNvSpPr>
          <p:nvPr>
            <p:ph type="body" sz="quarter" idx="14" hasCustomPrompt="1"/>
          </p:nvPr>
        </p:nvSpPr>
        <p:spPr>
          <a:xfrm>
            <a:off x="4389438" y="2410676"/>
            <a:ext cx="3690937" cy="220510"/>
          </a:xfrm>
          <a:prstGeom prst="rect">
            <a:avLst/>
          </a:prstGeom>
        </p:spPr>
        <p:txBody>
          <a:bodyPr lIns="0" tIns="0" rIns="0" bIns="0"/>
          <a:lstStyle>
            <a:lvl1pPr marL="0" indent="0">
              <a:lnSpc>
                <a:spcPts val="1800"/>
              </a:lnSpc>
              <a:spcBef>
                <a:spcPts val="900"/>
              </a:spcBef>
              <a:buNone/>
              <a:defRPr lang="en-US" sz="1400" b="0" kern="1200" spc="0" baseline="0" dirty="0">
                <a:solidFill>
                  <a:schemeClr val="tx2"/>
                </a:solidFill>
                <a:latin typeface="+mj-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3" name="Text Box 3">
            <a:extLst>
              <a:ext uri="{FF2B5EF4-FFF2-40B4-BE49-F238E27FC236}">
                <a16:creationId xmlns:a16="http://schemas.microsoft.com/office/drawing/2014/main" id="{CCDF1654-4D2D-794C-BBB7-E1447C036FDB}"/>
              </a:ext>
            </a:extLst>
          </p:cNvPr>
          <p:cNvSpPr txBox="1">
            <a:spLocks noChangeArrowheads="1"/>
          </p:cNvSpPr>
          <p:nvPr userDrawn="1"/>
        </p:nvSpPr>
        <p:spPr bwMode="blackWhite">
          <a:xfrm>
            <a:off x="463276" y="6583680"/>
            <a:ext cx="11533187" cy="107722"/>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32290" eaLnBrk="0" hangingPunct="0"/>
            <a:r>
              <a:rPr lang="en-US" sz="700" dirty="0">
                <a:solidFill>
                  <a:schemeClr val="accent6">
                    <a:lumMod val="75000"/>
                  </a:schemeClr>
                </a:solidFill>
                <a:cs typeface="Segoe UI" pitchFamily="34" charset="0"/>
              </a:rPr>
              <a:t>©Microsoft Corporation									                                                                                                                                             Azure </a:t>
            </a:r>
          </a:p>
        </p:txBody>
      </p:sp>
      <p:sp>
        <p:nvSpPr>
          <p:cNvPr id="18" name="Text Placeholder 4">
            <a:extLst>
              <a:ext uri="{FF2B5EF4-FFF2-40B4-BE49-F238E27FC236}">
                <a16:creationId xmlns:a16="http://schemas.microsoft.com/office/drawing/2014/main" id="{82A6E05B-C65A-8C44-AC8B-AA08746E6668}"/>
              </a:ext>
            </a:extLst>
          </p:cNvPr>
          <p:cNvSpPr>
            <a:spLocks noGrp="1"/>
          </p:cNvSpPr>
          <p:nvPr>
            <p:ph type="body" sz="quarter" idx="17" hasCustomPrompt="1"/>
          </p:nvPr>
        </p:nvSpPr>
        <p:spPr>
          <a:xfrm>
            <a:off x="465138" y="2645384"/>
            <a:ext cx="3690937" cy="2067104"/>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19" name="Text Placeholder 4">
            <a:extLst>
              <a:ext uri="{FF2B5EF4-FFF2-40B4-BE49-F238E27FC236}">
                <a16:creationId xmlns:a16="http://schemas.microsoft.com/office/drawing/2014/main" id="{D52482AC-A354-B546-9AAD-B3E028512046}"/>
              </a:ext>
            </a:extLst>
          </p:cNvPr>
          <p:cNvSpPr>
            <a:spLocks noGrp="1"/>
          </p:cNvSpPr>
          <p:nvPr>
            <p:ph type="body" sz="quarter" idx="18" hasCustomPrompt="1"/>
          </p:nvPr>
        </p:nvSpPr>
        <p:spPr>
          <a:xfrm>
            <a:off x="4372768" y="2645384"/>
            <a:ext cx="3690937" cy="2067104"/>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1118396200"/>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b="-1"/>
          <a:stretch/>
        </p:blipFill>
        <p:spPr>
          <a:xfrm>
            <a:off x="8307388" y="1631566"/>
            <a:ext cx="3681793" cy="3165507"/>
          </a:xfrm>
          <a:prstGeom prst="rect">
            <a:avLst/>
          </a:prstGeom>
        </p:spPr>
      </p:pic>
      <p:pic>
        <p:nvPicPr>
          <p:cNvPr id="6" name="Picture 5"/>
          <p:cNvPicPr>
            <a:picLocks noChangeAspect="1"/>
          </p:cNvPicPr>
          <p:nvPr userDrawn="1"/>
        </p:nvPicPr>
        <p:blipFill rotWithShape="1">
          <a:blip r:embed="rId3" cstate="print">
            <a:extLst>
              <a:ext uri="{28A0092B-C50C-407E-A947-70E740481C1C}">
                <a14:useLocalDpi xmlns:a14="http://schemas.microsoft.com/office/drawing/2010/main" val="0"/>
              </a:ext>
            </a:extLst>
          </a:blip>
          <a:srcRect b="-1"/>
          <a:stretch/>
        </p:blipFill>
        <p:spPr>
          <a:xfrm>
            <a:off x="4395406" y="1631567"/>
            <a:ext cx="3684970" cy="3161095"/>
          </a:xfrm>
          <a:prstGeom prst="rect">
            <a:avLst/>
          </a:prstGeom>
        </p:spPr>
      </p:pic>
      <p:pic>
        <p:nvPicPr>
          <p:cNvPr id="3" name="Picture 2"/>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474280" y="1631568"/>
            <a:ext cx="3681793" cy="3169920"/>
          </a:xfrm>
          <a:prstGeom prst="rect">
            <a:avLst/>
          </a:prstGeom>
        </p:spPr>
      </p:pic>
      <p:sp>
        <p:nvSpPr>
          <p:cNvPr id="2" name="Title 1"/>
          <p:cNvSpPr>
            <a:spLocks noGrp="1"/>
          </p:cNvSpPr>
          <p:nvPr>
            <p:ph type="title" hasCustomPrompt="1"/>
          </p:nvPr>
        </p:nvSpPr>
        <p:spPr>
          <a:xfrm>
            <a:off x="465138" y="632779"/>
            <a:ext cx="11533187" cy="411162"/>
          </a:xfrm>
          <a:prstGeom prst="rect">
            <a:avLst/>
          </a:prstGeom>
        </p:spPr>
        <p:txBody>
          <a:bodyPr wrap="square" lIns="0" tIns="0" rIns="0" bIns="0">
            <a:spAutoFit/>
          </a:bodyPr>
          <a:lstStyle>
            <a:lvl1pPr>
              <a:lnSpc>
                <a:spcPts val="3200"/>
              </a:lnSpc>
              <a:defRPr sz="2800">
                <a:solidFill>
                  <a:srgbClr val="000000"/>
                </a:solidFill>
              </a:defRPr>
            </a:lvl1pPr>
          </a:lstStyle>
          <a:p>
            <a:r>
              <a:rPr lang="en-US" dirty="0"/>
              <a:t>Text option 3: three columns images and text</a:t>
            </a:r>
          </a:p>
        </p:txBody>
      </p:sp>
      <p:sp>
        <p:nvSpPr>
          <p:cNvPr id="5" name="Text Placeholder 4"/>
          <p:cNvSpPr>
            <a:spLocks noGrp="1"/>
          </p:cNvSpPr>
          <p:nvPr>
            <p:ph type="body" sz="quarter" idx="11" hasCustomPrompt="1"/>
          </p:nvPr>
        </p:nvSpPr>
        <p:spPr>
          <a:xfrm>
            <a:off x="465138" y="5026024"/>
            <a:ext cx="3690937" cy="220510"/>
          </a:xfrm>
          <a:prstGeom prst="rect">
            <a:avLst/>
          </a:prstGeom>
        </p:spPr>
        <p:txBody>
          <a:bodyPr lIns="0" tIns="0" rIns="0" bIns="0"/>
          <a:lstStyle>
            <a:lvl1pPr marL="0" indent="0">
              <a:lnSpc>
                <a:spcPts val="1800"/>
              </a:lnSpc>
              <a:spcBef>
                <a:spcPts val="900"/>
              </a:spcBef>
              <a:buNone/>
              <a:defRPr lang="en-US" sz="1400" b="0" kern="1200" spc="0" baseline="0" dirty="0">
                <a:solidFill>
                  <a:schemeClr val="tx2"/>
                </a:solidFill>
                <a:latin typeface="+mj-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p>
        </p:txBody>
      </p:sp>
      <p:sp>
        <p:nvSpPr>
          <p:cNvPr id="10" name="Text Placeholder 4"/>
          <p:cNvSpPr>
            <a:spLocks noGrp="1"/>
          </p:cNvSpPr>
          <p:nvPr>
            <p:ph type="body" sz="quarter" idx="13" hasCustomPrompt="1"/>
          </p:nvPr>
        </p:nvSpPr>
        <p:spPr>
          <a:xfrm>
            <a:off x="8307388" y="5026024"/>
            <a:ext cx="3690937" cy="220510"/>
          </a:xfrm>
          <a:prstGeom prst="rect">
            <a:avLst/>
          </a:prstGeom>
        </p:spPr>
        <p:txBody>
          <a:bodyPr lIns="0" tIns="0" rIns="0" bIns="0"/>
          <a:lstStyle>
            <a:lvl1pPr marL="0" indent="0">
              <a:lnSpc>
                <a:spcPts val="1800"/>
              </a:lnSpc>
              <a:spcBef>
                <a:spcPts val="900"/>
              </a:spcBef>
              <a:buNone/>
              <a:defRPr lang="en-US" sz="1400" b="0" kern="1200" spc="0" baseline="0" dirty="0">
                <a:solidFill>
                  <a:schemeClr val="tx2"/>
                </a:solidFill>
                <a:latin typeface="+mj-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389438" y="5026024"/>
            <a:ext cx="3690937" cy="220510"/>
          </a:xfrm>
          <a:prstGeom prst="rect">
            <a:avLst/>
          </a:prstGeom>
        </p:spPr>
        <p:txBody>
          <a:bodyPr lIns="0" tIns="0" rIns="0" bIns="0"/>
          <a:lstStyle>
            <a:lvl1pPr marL="0" indent="0">
              <a:lnSpc>
                <a:spcPts val="1800"/>
              </a:lnSpc>
              <a:spcBef>
                <a:spcPts val="900"/>
              </a:spcBef>
              <a:buNone/>
              <a:defRPr lang="en-US" sz="1400" b="0" kern="1200" spc="0" baseline="0" dirty="0">
                <a:solidFill>
                  <a:schemeClr val="tx2"/>
                </a:solidFill>
                <a:latin typeface="+mj-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74663" y="2939529"/>
            <a:ext cx="3681412" cy="553998"/>
          </a:xfrm>
          <a:prstGeom prst="rect">
            <a:avLst/>
          </a:prstGeom>
        </p:spPr>
        <p:txBody>
          <a:bodyPr/>
          <a:lstStyle>
            <a:lvl1pPr algn="ctr">
              <a:defRPr>
                <a:solidFill>
                  <a:schemeClr val="bg1"/>
                </a:solidFill>
              </a:defRPr>
            </a:lvl1pPr>
          </a:lstStyle>
          <a:p>
            <a:r>
              <a:rPr lang="en-US" dirty="0"/>
              <a:t>Drop photo here</a:t>
            </a:r>
          </a:p>
        </p:txBody>
      </p:sp>
      <p:sp>
        <p:nvSpPr>
          <p:cNvPr id="11" name="Picture Placeholder 10">
            <a:extLst>
              <a:ext uri="{FF2B5EF4-FFF2-40B4-BE49-F238E27FC236}">
                <a16:creationId xmlns:a16="http://schemas.microsoft.com/office/drawing/2014/main" id="{5877AA6F-F5D0-8349-8D7F-7A036C53AFEC}"/>
              </a:ext>
            </a:extLst>
          </p:cNvPr>
          <p:cNvSpPr>
            <a:spLocks noGrp="1"/>
          </p:cNvSpPr>
          <p:nvPr>
            <p:ph type="pic" sz="quarter" idx="22" hasCustomPrompt="1"/>
          </p:nvPr>
        </p:nvSpPr>
        <p:spPr>
          <a:xfrm>
            <a:off x="4389438" y="2932948"/>
            <a:ext cx="3690937" cy="553998"/>
          </a:xfrm>
          <a:prstGeom prst="rect">
            <a:avLst/>
          </a:prstGeom>
        </p:spPr>
        <p:txBody>
          <a:bodyPr/>
          <a:lstStyle>
            <a:lvl1pPr algn="ctr">
              <a:defRPr>
                <a:solidFill>
                  <a:schemeClr val="bg1"/>
                </a:solidFill>
              </a:defRPr>
            </a:lvl1pPr>
          </a:lstStyle>
          <a:p>
            <a:r>
              <a:rPr lang="en-US" dirty="0"/>
              <a:t>Drop photo here</a:t>
            </a:r>
          </a:p>
        </p:txBody>
      </p:sp>
      <p:sp>
        <p:nvSpPr>
          <p:cNvPr id="14" name="Picture Placeholder 13">
            <a:extLst>
              <a:ext uri="{FF2B5EF4-FFF2-40B4-BE49-F238E27FC236}">
                <a16:creationId xmlns:a16="http://schemas.microsoft.com/office/drawing/2014/main" id="{983A4321-3796-F044-9126-51A6AA308B77}"/>
              </a:ext>
            </a:extLst>
          </p:cNvPr>
          <p:cNvSpPr>
            <a:spLocks noGrp="1"/>
          </p:cNvSpPr>
          <p:nvPr>
            <p:ph type="pic" sz="quarter" idx="23" hasCustomPrompt="1"/>
          </p:nvPr>
        </p:nvSpPr>
        <p:spPr>
          <a:xfrm>
            <a:off x="8307388" y="2946446"/>
            <a:ext cx="3681412" cy="553998"/>
          </a:xfrm>
          <a:prstGeom prst="rect">
            <a:avLst/>
          </a:prstGeom>
        </p:spPr>
        <p:txBody>
          <a:bodyPr/>
          <a:lstStyle>
            <a:lvl1pPr algn="ctr">
              <a:defRPr>
                <a:solidFill>
                  <a:schemeClr val="bg1"/>
                </a:solidFill>
              </a:defRPr>
            </a:lvl1pPr>
          </a:lstStyle>
          <a:p>
            <a:r>
              <a:rPr lang="en-US" dirty="0"/>
              <a:t>Drop photo here</a:t>
            </a:r>
          </a:p>
        </p:txBody>
      </p:sp>
      <p:sp>
        <p:nvSpPr>
          <p:cNvPr id="18" name="Text Box 3">
            <a:extLst>
              <a:ext uri="{FF2B5EF4-FFF2-40B4-BE49-F238E27FC236}">
                <a16:creationId xmlns:a16="http://schemas.microsoft.com/office/drawing/2014/main" id="{06DC0489-95B2-B74C-8FE4-80E75D67DE41}"/>
              </a:ext>
            </a:extLst>
          </p:cNvPr>
          <p:cNvSpPr txBox="1">
            <a:spLocks noChangeArrowheads="1"/>
          </p:cNvSpPr>
          <p:nvPr userDrawn="1"/>
        </p:nvSpPr>
        <p:spPr bwMode="blackWhite">
          <a:xfrm>
            <a:off x="463276" y="6583680"/>
            <a:ext cx="11533187" cy="107722"/>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32290" eaLnBrk="0" hangingPunct="0"/>
            <a:r>
              <a:rPr lang="en-US" sz="700" dirty="0">
                <a:solidFill>
                  <a:schemeClr val="accent6">
                    <a:lumMod val="75000"/>
                  </a:schemeClr>
                </a:solidFill>
                <a:cs typeface="Segoe UI" pitchFamily="34" charset="0"/>
              </a:rPr>
              <a:t>©Microsoft Corporation									                                                                                                                                             Azure </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74280" y="5260328"/>
            <a:ext cx="3690937" cy="912942"/>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392422" y="5260328"/>
            <a:ext cx="3690937" cy="912942"/>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307388" y="5260328"/>
            <a:ext cx="3690937" cy="912942"/>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266995485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option 4">
    <p:spTree>
      <p:nvGrpSpPr>
        <p:cNvPr id="1" name=""/>
        <p:cNvGrpSpPr/>
        <p:nvPr/>
      </p:nvGrpSpPr>
      <p:grpSpPr>
        <a:xfrm>
          <a:off x="0" y="0"/>
          <a:ext cx="0" cy="0"/>
          <a:chOff x="0" y="0"/>
          <a:chExt cx="0" cy="0"/>
        </a:xfrm>
      </p:grpSpPr>
      <p:sp>
        <p:nvSpPr>
          <p:cNvPr id="24" name="Content Placeholder 15"/>
          <p:cNvSpPr>
            <a:spLocks noGrp="1"/>
          </p:cNvSpPr>
          <p:nvPr>
            <p:ph sz="quarter" idx="25" hasCustomPrompt="1"/>
          </p:nvPr>
        </p:nvSpPr>
        <p:spPr>
          <a:xfrm>
            <a:off x="465139" y="2201863"/>
            <a:ext cx="1727200" cy="913689"/>
          </a:xfrm>
          <a:prstGeom prst="rect">
            <a:avLst/>
          </a:prstGeom>
        </p:spPr>
        <p:txBody>
          <a:bodyPr>
            <a:noAutofit/>
          </a:bodyPr>
          <a:lstStyle>
            <a:lvl1pPr marL="0" indent="0">
              <a:buNone/>
              <a:defRPr sz="2000">
                <a:solidFill>
                  <a:srgbClr val="000000"/>
                </a:solidFill>
              </a:defRPr>
            </a:lvl1pPr>
          </a:lstStyle>
          <a:p>
            <a:pPr lvl="0"/>
            <a:r>
              <a:rPr lang="en-US" dirty="0"/>
              <a:t>Picture</a:t>
            </a:r>
          </a:p>
        </p:txBody>
      </p:sp>
      <p:sp>
        <p:nvSpPr>
          <p:cNvPr id="2" name="Title 1"/>
          <p:cNvSpPr>
            <a:spLocks noGrp="1"/>
          </p:cNvSpPr>
          <p:nvPr>
            <p:ph type="title" hasCustomPrompt="1"/>
          </p:nvPr>
        </p:nvSpPr>
        <p:spPr>
          <a:xfrm>
            <a:off x="465138" y="632779"/>
            <a:ext cx="11533187" cy="411162"/>
          </a:xfrm>
          <a:prstGeom prst="rect">
            <a:avLst/>
          </a:prstGeom>
        </p:spPr>
        <p:txBody>
          <a:bodyPr wrap="square" lIns="0" tIns="0" rIns="0" bIns="0">
            <a:spAutoFit/>
          </a:bodyPr>
          <a:lstStyle>
            <a:lvl1pPr>
              <a:lnSpc>
                <a:spcPts val="3200"/>
              </a:lnSpc>
              <a:defRPr sz="2800">
                <a:solidFill>
                  <a:srgbClr val="000000"/>
                </a:solidFill>
              </a:defRPr>
            </a:lvl1pPr>
          </a:lstStyle>
          <a:p>
            <a:r>
              <a:rPr lang="en-US" dirty="0"/>
              <a:t>Text option 4: Six columns (numbered list)</a:t>
            </a:r>
          </a:p>
        </p:txBody>
      </p:sp>
      <p:sp>
        <p:nvSpPr>
          <p:cNvPr id="5" name="Text Placeholder 4"/>
          <p:cNvSpPr>
            <a:spLocks noGrp="1"/>
          </p:cNvSpPr>
          <p:nvPr>
            <p:ph type="body" sz="quarter" idx="11" hasCustomPrompt="1"/>
          </p:nvPr>
        </p:nvSpPr>
        <p:spPr>
          <a:xfrm>
            <a:off x="465139" y="3230880"/>
            <a:ext cx="1727200" cy="451342"/>
          </a:xfrm>
          <a:prstGeom prst="rect">
            <a:avLst/>
          </a:prstGeom>
        </p:spPr>
        <p:txBody>
          <a:bodyPr lIns="0" tIns="0" rIns="0" bIns="0"/>
          <a:lstStyle>
            <a:lvl1pPr marL="0" indent="0">
              <a:lnSpc>
                <a:spcPts val="1800"/>
              </a:lnSpc>
              <a:spcBef>
                <a:spcPts val="900"/>
              </a:spcBef>
              <a:buNone/>
              <a:defRPr lang="en-US" sz="1400" b="0" kern="1200" spc="0" baseline="0" dirty="0">
                <a:solidFill>
                  <a:schemeClr val="tx2"/>
                </a:solidFill>
                <a:latin typeface="+mj-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14" name="Text Placeholder 4"/>
          <p:cNvSpPr>
            <a:spLocks noGrp="1"/>
          </p:cNvSpPr>
          <p:nvPr>
            <p:ph type="body" sz="quarter" idx="15" hasCustomPrompt="1"/>
          </p:nvPr>
        </p:nvSpPr>
        <p:spPr>
          <a:xfrm>
            <a:off x="2426019" y="3230880"/>
            <a:ext cx="1727200" cy="451342"/>
          </a:xfrm>
          <a:prstGeom prst="rect">
            <a:avLst/>
          </a:prstGeo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0" kern="1200" spc="0" baseline="0" dirty="0" smtClean="0">
                <a:solidFill>
                  <a:schemeClr val="tx2"/>
                </a:solidFill>
                <a:latin typeface="+mj-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16" name="Text Placeholder 4"/>
          <p:cNvSpPr>
            <a:spLocks noGrp="1"/>
          </p:cNvSpPr>
          <p:nvPr>
            <p:ph type="body" sz="quarter" idx="17" hasCustomPrompt="1"/>
          </p:nvPr>
        </p:nvSpPr>
        <p:spPr>
          <a:xfrm>
            <a:off x="4386899" y="3230880"/>
            <a:ext cx="1727200" cy="451342"/>
          </a:xfrm>
          <a:prstGeom prst="rect">
            <a:avLst/>
          </a:prstGeo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0" kern="1200" spc="0" baseline="0" dirty="0">
                <a:solidFill>
                  <a:schemeClr val="tx2"/>
                </a:solidFill>
                <a:latin typeface="+mj-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18" name="Text Placeholder 4"/>
          <p:cNvSpPr>
            <a:spLocks noGrp="1"/>
          </p:cNvSpPr>
          <p:nvPr>
            <p:ph type="body" sz="quarter" idx="19" hasCustomPrompt="1"/>
          </p:nvPr>
        </p:nvSpPr>
        <p:spPr>
          <a:xfrm>
            <a:off x="6347779" y="3230880"/>
            <a:ext cx="1727200" cy="451342"/>
          </a:xfrm>
          <a:prstGeom prst="rect">
            <a:avLst/>
          </a:prstGeo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0" kern="1200" spc="0" baseline="0" dirty="0" smtClean="0">
                <a:solidFill>
                  <a:schemeClr val="tx2"/>
                </a:solidFill>
                <a:latin typeface="+mj-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20" name="Text Placeholder 4"/>
          <p:cNvSpPr>
            <a:spLocks noGrp="1"/>
          </p:cNvSpPr>
          <p:nvPr>
            <p:ph type="body" sz="quarter" idx="21" hasCustomPrompt="1"/>
          </p:nvPr>
        </p:nvSpPr>
        <p:spPr>
          <a:xfrm>
            <a:off x="8308659" y="3230880"/>
            <a:ext cx="1727200" cy="451342"/>
          </a:xfrm>
          <a:prstGeom prst="rect">
            <a:avLst/>
          </a:prstGeo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0" kern="1200" spc="0" baseline="0" dirty="0">
                <a:solidFill>
                  <a:schemeClr val="tx2"/>
                </a:solidFill>
                <a:latin typeface="+mj-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22" name="Text Placeholder 4"/>
          <p:cNvSpPr>
            <a:spLocks noGrp="1"/>
          </p:cNvSpPr>
          <p:nvPr>
            <p:ph type="body" sz="quarter" idx="23" hasCustomPrompt="1"/>
          </p:nvPr>
        </p:nvSpPr>
        <p:spPr>
          <a:xfrm>
            <a:off x="10269538" y="3230880"/>
            <a:ext cx="1727200" cy="451342"/>
          </a:xfrm>
          <a:prstGeom prst="rect">
            <a:avLst/>
          </a:prstGeo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0" kern="1200" spc="0" baseline="0" dirty="0">
                <a:solidFill>
                  <a:schemeClr val="tx2"/>
                </a:solidFill>
                <a:latin typeface="+mj-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25" name="Content Placeholder 15"/>
          <p:cNvSpPr>
            <a:spLocks noGrp="1"/>
          </p:cNvSpPr>
          <p:nvPr>
            <p:ph sz="quarter" idx="26" hasCustomPrompt="1"/>
          </p:nvPr>
        </p:nvSpPr>
        <p:spPr>
          <a:xfrm>
            <a:off x="2426019" y="2201863"/>
            <a:ext cx="1727200" cy="913689"/>
          </a:xfrm>
          <a:prstGeom prst="rect">
            <a:avLst/>
          </a:prstGeom>
        </p:spPr>
        <p:txBody>
          <a:bodyPr>
            <a:noAutofit/>
          </a:bodyPr>
          <a:lstStyle>
            <a:lvl1pPr marL="0" indent="0">
              <a:buNone/>
              <a:defRPr sz="2000">
                <a:solidFill>
                  <a:srgbClr val="000000"/>
                </a:solidFill>
              </a:defRPr>
            </a:lvl1pPr>
          </a:lstStyle>
          <a:p>
            <a:pPr lvl="0"/>
            <a:r>
              <a:rPr lang="en-US" dirty="0"/>
              <a:t>Picture</a:t>
            </a:r>
          </a:p>
        </p:txBody>
      </p:sp>
      <p:sp>
        <p:nvSpPr>
          <p:cNvPr id="26" name="Content Placeholder 15"/>
          <p:cNvSpPr>
            <a:spLocks noGrp="1"/>
          </p:cNvSpPr>
          <p:nvPr>
            <p:ph sz="quarter" idx="27" hasCustomPrompt="1"/>
          </p:nvPr>
        </p:nvSpPr>
        <p:spPr>
          <a:xfrm>
            <a:off x="4386899" y="2201863"/>
            <a:ext cx="1727200" cy="913689"/>
          </a:xfrm>
          <a:prstGeom prst="rect">
            <a:avLst/>
          </a:prstGeom>
        </p:spPr>
        <p:txBody>
          <a:bodyPr>
            <a:noAutofit/>
          </a:bodyPr>
          <a:lstStyle>
            <a:lvl1pPr marL="0" indent="0">
              <a:buNone/>
              <a:defRPr sz="2000">
                <a:solidFill>
                  <a:srgbClr val="000000"/>
                </a:solidFill>
              </a:defRPr>
            </a:lvl1pPr>
          </a:lstStyle>
          <a:p>
            <a:pPr lvl="0"/>
            <a:r>
              <a:rPr lang="en-US" dirty="0"/>
              <a:t>Picture</a:t>
            </a:r>
          </a:p>
        </p:txBody>
      </p:sp>
      <p:sp>
        <p:nvSpPr>
          <p:cNvPr id="27" name="Content Placeholder 15"/>
          <p:cNvSpPr>
            <a:spLocks noGrp="1"/>
          </p:cNvSpPr>
          <p:nvPr>
            <p:ph sz="quarter" idx="28" hasCustomPrompt="1"/>
          </p:nvPr>
        </p:nvSpPr>
        <p:spPr>
          <a:xfrm>
            <a:off x="6347779" y="2201863"/>
            <a:ext cx="1727200" cy="913689"/>
          </a:xfrm>
          <a:prstGeom prst="rect">
            <a:avLst/>
          </a:prstGeom>
        </p:spPr>
        <p:txBody>
          <a:bodyPr>
            <a:noAutofit/>
          </a:bodyPr>
          <a:lstStyle>
            <a:lvl1pPr marL="0" indent="0">
              <a:buNone/>
              <a:defRPr sz="2000">
                <a:solidFill>
                  <a:srgbClr val="000000"/>
                </a:solidFill>
              </a:defRPr>
            </a:lvl1pPr>
          </a:lstStyle>
          <a:p>
            <a:pPr lvl="0"/>
            <a:r>
              <a:rPr lang="en-US" dirty="0"/>
              <a:t>Picture</a:t>
            </a:r>
          </a:p>
        </p:txBody>
      </p:sp>
      <p:sp>
        <p:nvSpPr>
          <p:cNvPr id="28" name="Content Placeholder 15"/>
          <p:cNvSpPr>
            <a:spLocks noGrp="1"/>
          </p:cNvSpPr>
          <p:nvPr>
            <p:ph sz="quarter" idx="29" hasCustomPrompt="1"/>
          </p:nvPr>
        </p:nvSpPr>
        <p:spPr>
          <a:xfrm>
            <a:off x="8308659" y="2201863"/>
            <a:ext cx="1727200" cy="913689"/>
          </a:xfrm>
          <a:prstGeom prst="rect">
            <a:avLst/>
          </a:prstGeom>
        </p:spPr>
        <p:txBody>
          <a:bodyPr>
            <a:noAutofit/>
          </a:bodyPr>
          <a:lstStyle>
            <a:lvl1pPr marL="0" indent="0">
              <a:buNone/>
              <a:defRPr sz="2000">
                <a:solidFill>
                  <a:srgbClr val="000000"/>
                </a:solidFill>
              </a:defRPr>
            </a:lvl1pPr>
          </a:lstStyle>
          <a:p>
            <a:pPr lvl="0"/>
            <a:r>
              <a:rPr lang="en-US" dirty="0"/>
              <a:t>Picture</a:t>
            </a:r>
          </a:p>
        </p:txBody>
      </p:sp>
      <p:sp>
        <p:nvSpPr>
          <p:cNvPr id="29" name="Content Placeholder 15"/>
          <p:cNvSpPr>
            <a:spLocks noGrp="1"/>
          </p:cNvSpPr>
          <p:nvPr>
            <p:ph sz="quarter" idx="30" hasCustomPrompt="1"/>
          </p:nvPr>
        </p:nvSpPr>
        <p:spPr>
          <a:xfrm>
            <a:off x="10269538" y="2201863"/>
            <a:ext cx="1727200" cy="913689"/>
          </a:xfrm>
          <a:prstGeom prst="rect">
            <a:avLst/>
          </a:prstGeom>
        </p:spPr>
        <p:txBody>
          <a:bodyPr>
            <a:noAutofit/>
          </a:bodyPr>
          <a:lstStyle>
            <a:lvl1pPr marL="0" indent="0">
              <a:buNone/>
              <a:defRPr sz="2000">
                <a:solidFill>
                  <a:srgbClr val="000000"/>
                </a:solidFill>
              </a:defRPr>
            </a:lvl1pPr>
          </a:lstStyle>
          <a:p>
            <a:pPr lvl="0"/>
            <a:r>
              <a:rPr lang="en-US" dirty="0"/>
              <a:t>Picture</a:t>
            </a:r>
          </a:p>
        </p:txBody>
      </p:sp>
      <p:sp>
        <p:nvSpPr>
          <p:cNvPr id="4" name="Text Placeholder 3">
            <a:extLst>
              <a:ext uri="{FF2B5EF4-FFF2-40B4-BE49-F238E27FC236}">
                <a16:creationId xmlns:a16="http://schemas.microsoft.com/office/drawing/2014/main" id="{44FF16C0-0541-41AD-98F7-A469609E8DC6}"/>
              </a:ext>
            </a:extLst>
          </p:cNvPr>
          <p:cNvSpPr>
            <a:spLocks noGrp="1"/>
          </p:cNvSpPr>
          <p:nvPr>
            <p:ph type="body" sz="quarter" idx="31" hasCustomPrompt="1"/>
          </p:nvPr>
        </p:nvSpPr>
        <p:spPr>
          <a:xfrm>
            <a:off x="465139" y="2065338"/>
            <a:ext cx="261936" cy="263525"/>
          </a:xfrm>
          <a:prstGeom prst="rect">
            <a:avLst/>
          </a:prstGeom>
        </p:spPr>
        <p:txBody>
          <a:bodyPr tIns="0" bIns="0"/>
          <a:lstStyle>
            <a:lvl1pPr marL="0" algn="l" defTabSz="932472" rtl="0" eaLnBrk="1" fontAlgn="base" latinLnBrk="0" hangingPunct="1">
              <a:lnSpc>
                <a:spcPts val="2400"/>
              </a:lnSpc>
              <a:spcBef>
                <a:spcPct val="0"/>
              </a:spcBef>
              <a:spcAft>
                <a:spcPct val="0"/>
              </a:spcAft>
              <a:defRPr lang="en-US" sz="1000" kern="1200" dirty="0" smtClean="0">
                <a:solidFill>
                  <a:schemeClr val="tx1"/>
                </a:solidFill>
                <a:latin typeface="+mj-lt"/>
                <a:ea typeface="Segoe UI" pitchFamily="34" charset="0"/>
                <a:cs typeface="Segoe UI" pitchFamily="34" charset="0"/>
              </a:defRPr>
            </a:lvl1pPr>
            <a:lvl2pPr marL="0" algn="l" defTabSz="932472" rtl="0" eaLnBrk="1" fontAlgn="base" latinLnBrk="0" hangingPunct="1">
              <a:lnSpc>
                <a:spcPts val="2400"/>
              </a:lnSpc>
              <a:spcBef>
                <a:spcPct val="0"/>
              </a:spcBef>
              <a:spcAft>
                <a:spcPct val="0"/>
              </a:spcAft>
              <a:defRPr lang="en-US" sz="1000" kern="1200" dirty="0" smtClean="0">
                <a:solidFill>
                  <a:schemeClr val="tx1"/>
                </a:solidFill>
                <a:latin typeface="+mj-lt"/>
                <a:ea typeface="Segoe UI" pitchFamily="34" charset="0"/>
                <a:cs typeface="Segoe UI" pitchFamily="34" charset="0"/>
              </a:defRPr>
            </a:lvl2pPr>
            <a:lvl3pPr marL="0" algn="l" defTabSz="932472" rtl="0" eaLnBrk="1" fontAlgn="base" latinLnBrk="0" hangingPunct="1">
              <a:lnSpc>
                <a:spcPts val="2400"/>
              </a:lnSpc>
              <a:spcBef>
                <a:spcPct val="0"/>
              </a:spcBef>
              <a:spcAft>
                <a:spcPct val="0"/>
              </a:spcAft>
              <a:defRPr lang="en-US" sz="1000" kern="1200" dirty="0" smtClean="0">
                <a:solidFill>
                  <a:schemeClr val="tx1"/>
                </a:solidFill>
                <a:latin typeface="+mj-lt"/>
                <a:ea typeface="Segoe UI" pitchFamily="34" charset="0"/>
                <a:cs typeface="Segoe UI" pitchFamily="34" charset="0"/>
              </a:defRPr>
            </a:lvl3pPr>
            <a:lvl4pPr marL="0" algn="l" defTabSz="932472" rtl="0" eaLnBrk="1" fontAlgn="base" latinLnBrk="0" hangingPunct="1">
              <a:lnSpc>
                <a:spcPts val="2400"/>
              </a:lnSpc>
              <a:spcBef>
                <a:spcPct val="0"/>
              </a:spcBef>
              <a:spcAft>
                <a:spcPct val="0"/>
              </a:spcAft>
              <a:defRPr lang="en-US" sz="1000" kern="1200" dirty="0" smtClean="0">
                <a:solidFill>
                  <a:schemeClr val="tx1"/>
                </a:solidFill>
                <a:latin typeface="+mj-lt"/>
                <a:ea typeface="Segoe UI" pitchFamily="34" charset="0"/>
                <a:cs typeface="Segoe UI" pitchFamily="34" charset="0"/>
              </a:defRPr>
            </a:lvl4pPr>
            <a:lvl5pPr marL="0" algn="l" defTabSz="932472" rtl="0" eaLnBrk="1" fontAlgn="base" latinLnBrk="0" hangingPunct="1">
              <a:lnSpc>
                <a:spcPts val="2400"/>
              </a:lnSpc>
              <a:spcBef>
                <a:spcPct val="0"/>
              </a:spcBef>
              <a:spcAft>
                <a:spcPct val="0"/>
              </a:spcAft>
              <a:defRPr lang="en-US" sz="1000" kern="1200" dirty="0">
                <a:solidFill>
                  <a:schemeClr val="tx1"/>
                </a:solidFill>
                <a:latin typeface="+mj-lt"/>
                <a:ea typeface="Segoe UI" pitchFamily="34" charset="0"/>
                <a:cs typeface="Segoe UI" pitchFamily="34" charset="0"/>
              </a:defRPr>
            </a:lvl5pPr>
          </a:lstStyle>
          <a:p>
            <a:pPr lvl="0"/>
            <a:r>
              <a:rPr lang="en-US" dirty="0"/>
              <a:t>1.</a:t>
            </a:r>
          </a:p>
        </p:txBody>
      </p:sp>
      <p:sp>
        <p:nvSpPr>
          <p:cNvPr id="37" name="Text Placeholder 3">
            <a:extLst>
              <a:ext uri="{FF2B5EF4-FFF2-40B4-BE49-F238E27FC236}">
                <a16:creationId xmlns:a16="http://schemas.microsoft.com/office/drawing/2014/main" id="{95171A5B-905D-4832-B11A-13594619F33F}"/>
              </a:ext>
            </a:extLst>
          </p:cNvPr>
          <p:cNvSpPr>
            <a:spLocks noGrp="1"/>
          </p:cNvSpPr>
          <p:nvPr>
            <p:ph type="body" sz="quarter" idx="32" hasCustomPrompt="1"/>
          </p:nvPr>
        </p:nvSpPr>
        <p:spPr>
          <a:xfrm>
            <a:off x="2427288" y="2065338"/>
            <a:ext cx="261936" cy="263525"/>
          </a:xfrm>
          <a:prstGeom prst="rect">
            <a:avLst/>
          </a:prstGeom>
        </p:spPr>
        <p:txBody>
          <a:bodyPr tIns="0" bIns="0"/>
          <a:lstStyle>
            <a:lvl1pPr marL="0" algn="l" defTabSz="932472" rtl="0" eaLnBrk="1" fontAlgn="base" latinLnBrk="0" hangingPunct="1">
              <a:lnSpc>
                <a:spcPts val="2400"/>
              </a:lnSpc>
              <a:spcBef>
                <a:spcPct val="0"/>
              </a:spcBef>
              <a:spcAft>
                <a:spcPct val="0"/>
              </a:spcAft>
              <a:defRPr lang="en-US" sz="1000" kern="1200" dirty="0" smtClean="0">
                <a:solidFill>
                  <a:srgbClr val="000000"/>
                </a:solidFill>
                <a:latin typeface="+mj-lt"/>
                <a:ea typeface="Segoe UI" pitchFamily="34" charset="0"/>
                <a:cs typeface="Segoe UI" pitchFamily="34" charset="0"/>
              </a:defRPr>
            </a:lvl1pPr>
            <a:lvl2pPr marL="0" algn="l" defTabSz="932472" rtl="0" eaLnBrk="1" fontAlgn="base" latinLnBrk="0" hangingPunct="1">
              <a:lnSpc>
                <a:spcPts val="2400"/>
              </a:lnSpc>
              <a:spcBef>
                <a:spcPct val="0"/>
              </a:spcBef>
              <a:spcAft>
                <a:spcPct val="0"/>
              </a:spcAft>
              <a:defRPr lang="en-US" sz="1000" kern="1200" dirty="0" smtClean="0">
                <a:solidFill>
                  <a:schemeClr val="tx1"/>
                </a:solidFill>
                <a:latin typeface="+mj-lt"/>
                <a:ea typeface="Segoe UI" pitchFamily="34" charset="0"/>
                <a:cs typeface="Segoe UI" pitchFamily="34" charset="0"/>
              </a:defRPr>
            </a:lvl2pPr>
            <a:lvl3pPr marL="0" algn="l" defTabSz="932472" rtl="0" eaLnBrk="1" fontAlgn="base" latinLnBrk="0" hangingPunct="1">
              <a:lnSpc>
                <a:spcPts val="2400"/>
              </a:lnSpc>
              <a:spcBef>
                <a:spcPct val="0"/>
              </a:spcBef>
              <a:spcAft>
                <a:spcPct val="0"/>
              </a:spcAft>
              <a:defRPr lang="en-US" sz="1000" kern="1200" dirty="0" smtClean="0">
                <a:solidFill>
                  <a:schemeClr val="tx1"/>
                </a:solidFill>
                <a:latin typeface="+mj-lt"/>
                <a:ea typeface="Segoe UI" pitchFamily="34" charset="0"/>
                <a:cs typeface="Segoe UI" pitchFamily="34" charset="0"/>
              </a:defRPr>
            </a:lvl3pPr>
            <a:lvl4pPr marL="0" algn="l" defTabSz="932472" rtl="0" eaLnBrk="1" fontAlgn="base" latinLnBrk="0" hangingPunct="1">
              <a:lnSpc>
                <a:spcPts val="2400"/>
              </a:lnSpc>
              <a:spcBef>
                <a:spcPct val="0"/>
              </a:spcBef>
              <a:spcAft>
                <a:spcPct val="0"/>
              </a:spcAft>
              <a:defRPr lang="en-US" sz="1000" kern="1200" dirty="0" smtClean="0">
                <a:solidFill>
                  <a:schemeClr val="tx1"/>
                </a:solidFill>
                <a:latin typeface="+mj-lt"/>
                <a:ea typeface="Segoe UI" pitchFamily="34" charset="0"/>
                <a:cs typeface="Segoe UI" pitchFamily="34" charset="0"/>
              </a:defRPr>
            </a:lvl4pPr>
            <a:lvl5pPr marL="0" algn="l" defTabSz="932472" rtl="0" eaLnBrk="1" fontAlgn="base" latinLnBrk="0" hangingPunct="1">
              <a:lnSpc>
                <a:spcPts val="2400"/>
              </a:lnSpc>
              <a:spcBef>
                <a:spcPct val="0"/>
              </a:spcBef>
              <a:spcAft>
                <a:spcPct val="0"/>
              </a:spcAft>
              <a:defRPr lang="en-US" sz="1000" kern="1200" dirty="0">
                <a:solidFill>
                  <a:schemeClr val="tx1"/>
                </a:solidFill>
                <a:latin typeface="+mj-lt"/>
                <a:ea typeface="Segoe UI" pitchFamily="34" charset="0"/>
                <a:cs typeface="Segoe UI" pitchFamily="34" charset="0"/>
              </a:defRPr>
            </a:lvl5pPr>
          </a:lstStyle>
          <a:p>
            <a:pPr lvl="0"/>
            <a:r>
              <a:rPr lang="en-US" dirty="0"/>
              <a:t>2.</a:t>
            </a:r>
          </a:p>
        </p:txBody>
      </p:sp>
      <p:sp>
        <p:nvSpPr>
          <p:cNvPr id="38" name="Text Placeholder 3">
            <a:extLst>
              <a:ext uri="{FF2B5EF4-FFF2-40B4-BE49-F238E27FC236}">
                <a16:creationId xmlns:a16="http://schemas.microsoft.com/office/drawing/2014/main" id="{DDBE933A-166C-4934-8425-2A89AAA211E9}"/>
              </a:ext>
            </a:extLst>
          </p:cNvPr>
          <p:cNvSpPr>
            <a:spLocks noGrp="1"/>
          </p:cNvSpPr>
          <p:nvPr>
            <p:ph type="body" sz="quarter" idx="33" hasCustomPrompt="1"/>
          </p:nvPr>
        </p:nvSpPr>
        <p:spPr>
          <a:xfrm>
            <a:off x="4389438" y="2065338"/>
            <a:ext cx="261936" cy="263525"/>
          </a:xfrm>
          <a:prstGeom prst="rect">
            <a:avLst/>
          </a:prstGeom>
        </p:spPr>
        <p:txBody>
          <a:bodyPr tIns="0" bIns="0"/>
          <a:lstStyle>
            <a:lvl1pPr marL="0" algn="l" defTabSz="932472" rtl="0" eaLnBrk="1" fontAlgn="base" latinLnBrk="0" hangingPunct="1">
              <a:lnSpc>
                <a:spcPts val="2400"/>
              </a:lnSpc>
              <a:spcBef>
                <a:spcPct val="0"/>
              </a:spcBef>
              <a:spcAft>
                <a:spcPct val="0"/>
              </a:spcAft>
              <a:defRPr lang="en-US" sz="1000" kern="1200" dirty="0" smtClean="0">
                <a:solidFill>
                  <a:srgbClr val="000000"/>
                </a:solidFill>
                <a:latin typeface="+mj-lt"/>
                <a:ea typeface="Segoe UI" pitchFamily="34" charset="0"/>
                <a:cs typeface="Segoe UI" pitchFamily="34" charset="0"/>
              </a:defRPr>
            </a:lvl1pPr>
            <a:lvl2pPr marL="0" algn="l" defTabSz="932472" rtl="0" eaLnBrk="1" fontAlgn="base" latinLnBrk="0" hangingPunct="1">
              <a:lnSpc>
                <a:spcPts val="2400"/>
              </a:lnSpc>
              <a:spcBef>
                <a:spcPct val="0"/>
              </a:spcBef>
              <a:spcAft>
                <a:spcPct val="0"/>
              </a:spcAft>
              <a:defRPr lang="en-US" sz="1000" kern="1200" dirty="0" smtClean="0">
                <a:solidFill>
                  <a:schemeClr val="tx1"/>
                </a:solidFill>
                <a:latin typeface="+mj-lt"/>
                <a:ea typeface="Segoe UI" pitchFamily="34" charset="0"/>
                <a:cs typeface="Segoe UI" pitchFamily="34" charset="0"/>
              </a:defRPr>
            </a:lvl2pPr>
            <a:lvl3pPr marL="0" algn="l" defTabSz="932472" rtl="0" eaLnBrk="1" fontAlgn="base" latinLnBrk="0" hangingPunct="1">
              <a:lnSpc>
                <a:spcPts val="2400"/>
              </a:lnSpc>
              <a:spcBef>
                <a:spcPct val="0"/>
              </a:spcBef>
              <a:spcAft>
                <a:spcPct val="0"/>
              </a:spcAft>
              <a:defRPr lang="en-US" sz="1000" kern="1200" dirty="0" smtClean="0">
                <a:solidFill>
                  <a:schemeClr val="tx1"/>
                </a:solidFill>
                <a:latin typeface="+mj-lt"/>
                <a:ea typeface="Segoe UI" pitchFamily="34" charset="0"/>
                <a:cs typeface="Segoe UI" pitchFamily="34" charset="0"/>
              </a:defRPr>
            </a:lvl3pPr>
            <a:lvl4pPr marL="0" algn="l" defTabSz="932472" rtl="0" eaLnBrk="1" fontAlgn="base" latinLnBrk="0" hangingPunct="1">
              <a:lnSpc>
                <a:spcPts val="2400"/>
              </a:lnSpc>
              <a:spcBef>
                <a:spcPct val="0"/>
              </a:spcBef>
              <a:spcAft>
                <a:spcPct val="0"/>
              </a:spcAft>
              <a:defRPr lang="en-US" sz="1000" kern="1200" dirty="0" smtClean="0">
                <a:solidFill>
                  <a:schemeClr val="tx1"/>
                </a:solidFill>
                <a:latin typeface="+mj-lt"/>
                <a:ea typeface="Segoe UI" pitchFamily="34" charset="0"/>
                <a:cs typeface="Segoe UI" pitchFamily="34" charset="0"/>
              </a:defRPr>
            </a:lvl4pPr>
            <a:lvl5pPr marL="0" algn="l" defTabSz="932472" rtl="0" eaLnBrk="1" fontAlgn="base" latinLnBrk="0" hangingPunct="1">
              <a:lnSpc>
                <a:spcPts val="2400"/>
              </a:lnSpc>
              <a:spcBef>
                <a:spcPct val="0"/>
              </a:spcBef>
              <a:spcAft>
                <a:spcPct val="0"/>
              </a:spcAft>
              <a:defRPr lang="en-US" sz="1000" kern="1200" dirty="0">
                <a:solidFill>
                  <a:schemeClr val="tx1"/>
                </a:solidFill>
                <a:latin typeface="+mj-lt"/>
                <a:ea typeface="Segoe UI" pitchFamily="34" charset="0"/>
                <a:cs typeface="Segoe UI" pitchFamily="34" charset="0"/>
              </a:defRPr>
            </a:lvl5pPr>
          </a:lstStyle>
          <a:p>
            <a:pPr lvl="0"/>
            <a:r>
              <a:rPr lang="en-US" dirty="0"/>
              <a:t>3.</a:t>
            </a:r>
          </a:p>
        </p:txBody>
      </p:sp>
      <p:sp>
        <p:nvSpPr>
          <p:cNvPr id="39" name="Text Placeholder 3">
            <a:extLst>
              <a:ext uri="{FF2B5EF4-FFF2-40B4-BE49-F238E27FC236}">
                <a16:creationId xmlns:a16="http://schemas.microsoft.com/office/drawing/2014/main" id="{171069D2-CF68-4D89-9134-20A61AFA10DD}"/>
              </a:ext>
            </a:extLst>
          </p:cNvPr>
          <p:cNvSpPr>
            <a:spLocks noGrp="1"/>
          </p:cNvSpPr>
          <p:nvPr>
            <p:ph type="body" sz="quarter" idx="34" hasCustomPrompt="1"/>
          </p:nvPr>
        </p:nvSpPr>
        <p:spPr>
          <a:xfrm>
            <a:off x="6354763" y="2065338"/>
            <a:ext cx="261936" cy="263525"/>
          </a:xfrm>
          <a:prstGeom prst="rect">
            <a:avLst/>
          </a:prstGeom>
        </p:spPr>
        <p:txBody>
          <a:bodyPr tIns="0" bIns="0"/>
          <a:lstStyle>
            <a:lvl1pPr marL="0" algn="l" defTabSz="932472" rtl="0" eaLnBrk="1" fontAlgn="base" latinLnBrk="0" hangingPunct="1">
              <a:lnSpc>
                <a:spcPts val="2400"/>
              </a:lnSpc>
              <a:spcBef>
                <a:spcPct val="0"/>
              </a:spcBef>
              <a:spcAft>
                <a:spcPct val="0"/>
              </a:spcAft>
              <a:defRPr lang="en-US" sz="1000" kern="1200" dirty="0" smtClean="0">
                <a:solidFill>
                  <a:srgbClr val="000000"/>
                </a:solidFill>
                <a:latin typeface="+mj-lt"/>
                <a:ea typeface="Segoe UI" pitchFamily="34" charset="0"/>
                <a:cs typeface="Segoe UI" pitchFamily="34" charset="0"/>
              </a:defRPr>
            </a:lvl1pPr>
            <a:lvl2pPr marL="0" algn="l" defTabSz="932472" rtl="0" eaLnBrk="1" fontAlgn="base" latinLnBrk="0" hangingPunct="1">
              <a:lnSpc>
                <a:spcPts val="2400"/>
              </a:lnSpc>
              <a:spcBef>
                <a:spcPct val="0"/>
              </a:spcBef>
              <a:spcAft>
                <a:spcPct val="0"/>
              </a:spcAft>
              <a:defRPr lang="en-US" sz="1000" kern="1200" dirty="0" smtClean="0">
                <a:solidFill>
                  <a:schemeClr val="tx1"/>
                </a:solidFill>
                <a:latin typeface="+mj-lt"/>
                <a:ea typeface="Segoe UI" pitchFamily="34" charset="0"/>
                <a:cs typeface="Segoe UI" pitchFamily="34" charset="0"/>
              </a:defRPr>
            </a:lvl2pPr>
            <a:lvl3pPr marL="0" algn="l" defTabSz="932472" rtl="0" eaLnBrk="1" fontAlgn="base" latinLnBrk="0" hangingPunct="1">
              <a:lnSpc>
                <a:spcPts val="2400"/>
              </a:lnSpc>
              <a:spcBef>
                <a:spcPct val="0"/>
              </a:spcBef>
              <a:spcAft>
                <a:spcPct val="0"/>
              </a:spcAft>
              <a:defRPr lang="en-US" sz="1000" kern="1200" dirty="0" smtClean="0">
                <a:solidFill>
                  <a:schemeClr val="tx1"/>
                </a:solidFill>
                <a:latin typeface="+mj-lt"/>
                <a:ea typeface="Segoe UI" pitchFamily="34" charset="0"/>
                <a:cs typeface="Segoe UI" pitchFamily="34" charset="0"/>
              </a:defRPr>
            </a:lvl3pPr>
            <a:lvl4pPr marL="0" algn="l" defTabSz="932472" rtl="0" eaLnBrk="1" fontAlgn="base" latinLnBrk="0" hangingPunct="1">
              <a:lnSpc>
                <a:spcPts val="2400"/>
              </a:lnSpc>
              <a:spcBef>
                <a:spcPct val="0"/>
              </a:spcBef>
              <a:spcAft>
                <a:spcPct val="0"/>
              </a:spcAft>
              <a:defRPr lang="en-US" sz="1000" kern="1200" dirty="0" smtClean="0">
                <a:solidFill>
                  <a:schemeClr val="tx1"/>
                </a:solidFill>
                <a:latin typeface="+mj-lt"/>
                <a:ea typeface="Segoe UI" pitchFamily="34" charset="0"/>
                <a:cs typeface="Segoe UI" pitchFamily="34" charset="0"/>
              </a:defRPr>
            </a:lvl4pPr>
            <a:lvl5pPr marL="0" algn="l" defTabSz="932472" rtl="0" eaLnBrk="1" fontAlgn="base" latinLnBrk="0" hangingPunct="1">
              <a:lnSpc>
                <a:spcPts val="2400"/>
              </a:lnSpc>
              <a:spcBef>
                <a:spcPct val="0"/>
              </a:spcBef>
              <a:spcAft>
                <a:spcPct val="0"/>
              </a:spcAft>
              <a:defRPr lang="en-US" sz="1000" kern="1200" dirty="0">
                <a:solidFill>
                  <a:schemeClr val="tx1"/>
                </a:solidFill>
                <a:latin typeface="+mj-lt"/>
                <a:ea typeface="Segoe UI" pitchFamily="34" charset="0"/>
                <a:cs typeface="Segoe UI" pitchFamily="34" charset="0"/>
              </a:defRPr>
            </a:lvl5pPr>
          </a:lstStyle>
          <a:p>
            <a:pPr lvl="0"/>
            <a:r>
              <a:rPr lang="en-US" dirty="0"/>
              <a:t>4.</a:t>
            </a:r>
          </a:p>
        </p:txBody>
      </p:sp>
      <p:sp>
        <p:nvSpPr>
          <p:cNvPr id="40" name="Text Placeholder 3">
            <a:extLst>
              <a:ext uri="{FF2B5EF4-FFF2-40B4-BE49-F238E27FC236}">
                <a16:creationId xmlns:a16="http://schemas.microsoft.com/office/drawing/2014/main" id="{77858A5B-7408-41FF-9369-C0F9B773A308}"/>
              </a:ext>
            </a:extLst>
          </p:cNvPr>
          <p:cNvSpPr>
            <a:spLocks noGrp="1"/>
          </p:cNvSpPr>
          <p:nvPr>
            <p:ph type="body" sz="quarter" idx="35" hasCustomPrompt="1"/>
          </p:nvPr>
        </p:nvSpPr>
        <p:spPr>
          <a:xfrm>
            <a:off x="8302625" y="2065338"/>
            <a:ext cx="261936" cy="263525"/>
          </a:xfrm>
          <a:prstGeom prst="rect">
            <a:avLst/>
          </a:prstGeom>
        </p:spPr>
        <p:txBody>
          <a:bodyPr tIns="0" bIns="0"/>
          <a:lstStyle>
            <a:lvl1pPr marL="0" algn="l" defTabSz="932472" rtl="0" eaLnBrk="1" fontAlgn="base" latinLnBrk="0" hangingPunct="1">
              <a:lnSpc>
                <a:spcPts val="2400"/>
              </a:lnSpc>
              <a:spcBef>
                <a:spcPct val="0"/>
              </a:spcBef>
              <a:spcAft>
                <a:spcPct val="0"/>
              </a:spcAft>
              <a:defRPr lang="en-US" sz="1000" kern="1200" dirty="0" smtClean="0">
                <a:solidFill>
                  <a:srgbClr val="000000"/>
                </a:solidFill>
                <a:latin typeface="+mj-lt"/>
                <a:ea typeface="Segoe UI" pitchFamily="34" charset="0"/>
                <a:cs typeface="Segoe UI" pitchFamily="34" charset="0"/>
              </a:defRPr>
            </a:lvl1pPr>
            <a:lvl2pPr marL="0" algn="l" defTabSz="932472" rtl="0" eaLnBrk="1" fontAlgn="base" latinLnBrk="0" hangingPunct="1">
              <a:lnSpc>
                <a:spcPts val="2400"/>
              </a:lnSpc>
              <a:spcBef>
                <a:spcPct val="0"/>
              </a:spcBef>
              <a:spcAft>
                <a:spcPct val="0"/>
              </a:spcAft>
              <a:defRPr lang="en-US" sz="1000" kern="1200" dirty="0" smtClean="0">
                <a:solidFill>
                  <a:schemeClr val="tx1"/>
                </a:solidFill>
                <a:latin typeface="+mj-lt"/>
                <a:ea typeface="Segoe UI" pitchFamily="34" charset="0"/>
                <a:cs typeface="Segoe UI" pitchFamily="34" charset="0"/>
              </a:defRPr>
            </a:lvl2pPr>
            <a:lvl3pPr marL="0" algn="l" defTabSz="932472" rtl="0" eaLnBrk="1" fontAlgn="base" latinLnBrk="0" hangingPunct="1">
              <a:lnSpc>
                <a:spcPts val="2400"/>
              </a:lnSpc>
              <a:spcBef>
                <a:spcPct val="0"/>
              </a:spcBef>
              <a:spcAft>
                <a:spcPct val="0"/>
              </a:spcAft>
              <a:defRPr lang="en-US" sz="1000" kern="1200" dirty="0" smtClean="0">
                <a:solidFill>
                  <a:schemeClr val="tx1"/>
                </a:solidFill>
                <a:latin typeface="+mj-lt"/>
                <a:ea typeface="Segoe UI" pitchFamily="34" charset="0"/>
                <a:cs typeface="Segoe UI" pitchFamily="34" charset="0"/>
              </a:defRPr>
            </a:lvl3pPr>
            <a:lvl4pPr marL="0" algn="l" defTabSz="932472" rtl="0" eaLnBrk="1" fontAlgn="base" latinLnBrk="0" hangingPunct="1">
              <a:lnSpc>
                <a:spcPts val="2400"/>
              </a:lnSpc>
              <a:spcBef>
                <a:spcPct val="0"/>
              </a:spcBef>
              <a:spcAft>
                <a:spcPct val="0"/>
              </a:spcAft>
              <a:defRPr lang="en-US" sz="1000" kern="1200" dirty="0" smtClean="0">
                <a:solidFill>
                  <a:schemeClr val="tx1"/>
                </a:solidFill>
                <a:latin typeface="+mj-lt"/>
                <a:ea typeface="Segoe UI" pitchFamily="34" charset="0"/>
                <a:cs typeface="Segoe UI" pitchFamily="34" charset="0"/>
              </a:defRPr>
            </a:lvl4pPr>
            <a:lvl5pPr marL="0" algn="l" defTabSz="932472" rtl="0" eaLnBrk="1" fontAlgn="base" latinLnBrk="0" hangingPunct="1">
              <a:lnSpc>
                <a:spcPts val="2400"/>
              </a:lnSpc>
              <a:spcBef>
                <a:spcPct val="0"/>
              </a:spcBef>
              <a:spcAft>
                <a:spcPct val="0"/>
              </a:spcAft>
              <a:defRPr lang="en-US" sz="1000" kern="1200" dirty="0">
                <a:solidFill>
                  <a:schemeClr val="tx1"/>
                </a:solidFill>
                <a:latin typeface="+mj-lt"/>
                <a:ea typeface="Segoe UI" pitchFamily="34" charset="0"/>
                <a:cs typeface="Segoe UI" pitchFamily="34" charset="0"/>
              </a:defRPr>
            </a:lvl5pPr>
          </a:lstStyle>
          <a:p>
            <a:pPr lvl="0"/>
            <a:r>
              <a:rPr lang="en-US" dirty="0"/>
              <a:t>5.</a:t>
            </a:r>
          </a:p>
        </p:txBody>
      </p:sp>
      <p:sp>
        <p:nvSpPr>
          <p:cNvPr id="41" name="Text Placeholder 3">
            <a:extLst>
              <a:ext uri="{FF2B5EF4-FFF2-40B4-BE49-F238E27FC236}">
                <a16:creationId xmlns:a16="http://schemas.microsoft.com/office/drawing/2014/main" id="{AF637A76-D1E1-49A2-AF33-3521BBC721C4}"/>
              </a:ext>
            </a:extLst>
          </p:cNvPr>
          <p:cNvSpPr>
            <a:spLocks noGrp="1"/>
          </p:cNvSpPr>
          <p:nvPr>
            <p:ph type="body" sz="quarter" idx="36" hasCustomPrompt="1"/>
          </p:nvPr>
        </p:nvSpPr>
        <p:spPr>
          <a:xfrm>
            <a:off x="10269538" y="2065338"/>
            <a:ext cx="261936" cy="263525"/>
          </a:xfrm>
          <a:prstGeom prst="rect">
            <a:avLst/>
          </a:prstGeom>
        </p:spPr>
        <p:txBody>
          <a:bodyPr tIns="0" bIns="0"/>
          <a:lstStyle>
            <a:lvl1pPr marL="0" algn="l" defTabSz="932472" rtl="0" eaLnBrk="1" fontAlgn="base" latinLnBrk="0" hangingPunct="1">
              <a:lnSpc>
                <a:spcPts val="2400"/>
              </a:lnSpc>
              <a:spcBef>
                <a:spcPct val="0"/>
              </a:spcBef>
              <a:spcAft>
                <a:spcPct val="0"/>
              </a:spcAft>
              <a:defRPr lang="en-US" sz="1000" kern="1200" dirty="0" smtClean="0">
                <a:solidFill>
                  <a:srgbClr val="000000"/>
                </a:solidFill>
                <a:latin typeface="+mj-lt"/>
                <a:ea typeface="Segoe UI" pitchFamily="34" charset="0"/>
                <a:cs typeface="Segoe UI" pitchFamily="34" charset="0"/>
              </a:defRPr>
            </a:lvl1pPr>
            <a:lvl2pPr marL="0" algn="l" defTabSz="932472" rtl="0" eaLnBrk="1" fontAlgn="base" latinLnBrk="0" hangingPunct="1">
              <a:lnSpc>
                <a:spcPts val="2400"/>
              </a:lnSpc>
              <a:spcBef>
                <a:spcPct val="0"/>
              </a:spcBef>
              <a:spcAft>
                <a:spcPct val="0"/>
              </a:spcAft>
              <a:defRPr lang="en-US" sz="1000" kern="1200" dirty="0" smtClean="0">
                <a:solidFill>
                  <a:schemeClr val="tx1"/>
                </a:solidFill>
                <a:latin typeface="+mj-lt"/>
                <a:ea typeface="Segoe UI" pitchFamily="34" charset="0"/>
                <a:cs typeface="Segoe UI" pitchFamily="34" charset="0"/>
              </a:defRPr>
            </a:lvl2pPr>
            <a:lvl3pPr marL="0" algn="l" defTabSz="932472" rtl="0" eaLnBrk="1" fontAlgn="base" latinLnBrk="0" hangingPunct="1">
              <a:lnSpc>
                <a:spcPts val="2400"/>
              </a:lnSpc>
              <a:spcBef>
                <a:spcPct val="0"/>
              </a:spcBef>
              <a:spcAft>
                <a:spcPct val="0"/>
              </a:spcAft>
              <a:defRPr lang="en-US" sz="1000" kern="1200" dirty="0" smtClean="0">
                <a:solidFill>
                  <a:schemeClr val="tx1"/>
                </a:solidFill>
                <a:latin typeface="+mj-lt"/>
                <a:ea typeface="Segoe UI" pitchFamily="34" charset="0"/>
                <a:cs typeface="Segoe UI" pitchFamily="34" charset="0"/>
              </a:defRPr>
            </a:lvl3pPr>
            <a:lvl4pPr marL="0" algn="l" defTabSz="932472" rtl="0" eaLnBrk="1" fontAlgn="base" latinLnBrk="0" hangingPunct="1">
              <a:lnSpc>
                <a:spcPts val="2400"/>
              </a:lnSpc>
              <a:spcBef>
                <a:spcPct val="0"/>
              </a:spcBef>
              <a:spcAft>
                <a:spcPct val="0"/>
              </a:spcAft>
              <a:defRPr lang="en-US" sz="1000" kern="1200" dirty="0" smtClean="0">
                <a:solidFill>
                  <a:schemeClr val="tx1"/>
                </a:solidFill>
                <a:latin typeface="+mj-lt"/>
                <a:ea typeface="Segoe UI" pitchFamily="34" charset="0"/>
                <a:cs typeface="Segoe UI" pitchFamily="34" charset="0"/>
              </a:defRPr>
            </a:lvl4pPr>
            <a:lvl5pPr marL="0" algn="l" defTabSz="932472" rtl="0" eaLnBrk="1" fontAlgn="base" latinLnBrk="0" hangingPunct="1">
              <a:lnSpc>
                <a:spcPts val="2400"/>
              </a:lnSpc>
              <a:spcBef>
                <a:spcPct val="0"/>
              </a:spcBef>
              <a:spcAft>
                <a:spcPct val="0"/>
              </a:spcAft>
              <a:defRPr lang="en-US" sz="1000" kern="1200" dirty="0">
                <a:solidFill>
                  <a:schemeClr val="tx1"/>
                </a:solidFill>
                <a:latin typeface="+mj-lt"/>
                <a:ea typeface="Segoe UI" pitchFamily="34" charset="0"/>
                <a:cs typeface="Segoe UI" pitchFamily="34" charset="0"/>
              </a:defRPr>
            </a:lvl5pPr>
          </a:lstStyle>
          <a:p>
            <a:pPr lvl="0"/>
            <a:r>
              <a:rPr lang="en-US" dirty="0"/>
              <a:t>6.</a:t>
            </a:r>
          </a:p>
        </p:txBody>
      </p:sp>
      <p:sp>
        <p:nvSpPr>
          <p:cNvPr id="33" name="Text Box 3">
            <a:extLst>
              <a:ext uri="{FF2B5EF4-FFF2-40B4-BE49-F238E27FC236}">
                <a16:creationId xmlns:a16="http://schemas.microsoft.com/office/drawing/2014/main" id="{75395D73-9049-014E-BEF9-A35587DB4139}"/>
              </a:ext>
            </a:extLst>
          </p:cNvPr>
          <p:cNvSpPr txBox="1">
            <a:spLocks noChangeArrowheads="1"/>
          </p:cNvSpPr>
          <p:nvPr userDrawn="1"/>
        </p:nvSpPr>
        <p:spPr bwMode="blackWhite">
          <a:xfrm>
            <a:off x="463276" y="6583680"/>
            <a:ext cx="11533187" cy="107722"/>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32290" eaLnBrk="0" hangingPunct="0"/>
            <a:r>
              <a:rPr lang="en-US" sz="700" dirty="0">
                <a:solidFill>
                  <a:schemeClr val="accent6">
                    <a:lumMod val="75000"/>
                  </a:schemeClr>
                </a:solidFill>
                <a:cs typeface="Segoe UI" pitchFamily="34" charset="0"/>
              </a:rPr>
              <a:t>©Microsoft Corporation									                                                                                                                                             Azure </a:t>
            </a:r>
          </a:p>
        </p:txBody>
      </p:sp>
      <p:sp>
        <p:nvSpPr>
          <p:cNvPr id="34" name="Text Placeholder 4">
            <a:extLst>
              <a:ext uri="{FF2B5EF4-FFF2-40B4-BE49-F238E27FC236}">
                <a16:creationId xmlns:a16="http://schemas.microsoft.com/office/drawing/2014/main" id="{3CC09D91-3BB7-5C4A-98CF-F87FD6AACD86}"/>
              </a:ext>
            </a:extLst>
          </p:cNvPr>
          <p:cNvSpPr>
            <a:spLocks noGrp="1"/>
          </p:cNvSpPr>
          <p:nvPr>
            <p:ph type="body" sz="quarter" idx="24" hasCustomPrompt="1"/>
          </p:nvPr>
        </p:nvSpPr>
        <p:spPr>
          <a:xfrm>
            <a:off x="463276" y="3694402"/>
            <a:ext cx="1727201" cy="1893700"/>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35" name="Text Placeholder 4">
            <a:extLst>
              <a:ext uri="{FF2B5EF4-FFF2-40B4-BE49-F238E27FC236}">
                <a16:creationId xmlns:a16="http://schemas.microsoft.com/office/drawing/2014/main" id="{90A489FF-470D-734F-9769-61F47A78897E}"/>
              </a:ext>
            </a:extLst>
          </p:cNvPr>
          <p:cNvSpPr>
            <a:spLocks noGrp="1"/>
          </p:cNvSpPr>
          <p:nvPr>
            <p:ph type="body" sz="quarter" idx="37" hasCustomPrompt="1"/>
          </p:nvPr>
        </p:nvSpPr>
        <p:spPr>
          <a:xfrm>
            <a:off x="2426019" y="3694402"/>
            <a:ext cx="1727201" cy="1893700"/>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36" name="Text Placeholder 4">
            <a:extLst>
              <a:ext uri="{FF2B5EF4-FFF2-40B4-BE49-F238E27FC236}">
                <a16:creationId xmlns:a16="http://schemas.microsoft.com/office/drawing/2014/main" id="{6F43AC1C-4836-034C-B18E-A886EB0A0954}"/>
              </a:ext>
            </a:extLst>
          </p:cNvPr>
          <p:cNvSpPr>
            <a:spLocks noGrp="1"/>
          </p:cNvSpPr>
          <p:nvPr>
            <p:ph type="body" sz="quarter" idx="38" hasCustomPrompt="1"/>
          </p:nvPr>
        </p:nvSpPr>
        <p:spPr>
          <a:xfrm>
            <a:off x="4386899" y="3694402"/>
            <a:ext cx="1727201" cy="1893700"/>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42" name="Text Placeholder 4">
            <a:extLst>
              <a:ext uri="{FF2B5EF4-FFF2-40B4-BE49-F238E27FC236}">
                <a16:creationId xmlns:a16="http://schemas.microsoft.com/office/drawing/2014/main" id="{9221C77D-8F08-6C49-9011-B244AD138F0B}"/>
              </a:ext>
            </a:extLst>
          </p:cNvPr>
          <p:cNvSpPr>
            <a:spLocks noGrp="1"/>
          </p:cNvSpPr>
          <p:nvPr>
            <p:ph type="body" sz="quarter" idx="39" hasCustomPrompt="1"/>
          </p:nvPr>
        </p:nvSpPr>
        <p:spPr>
          <a:xfrm>
            <a:off x="6354763" y="3694402"/>
            <a:ext cx="1727201" cy="1893700"/>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43" name="Text Placeholder 4">
            <a:extLst>
              <a:ext uri="{FF2B5EF4-FFF2-40B4-BE49-F238E27FC236}">
                <a16:creationId xmlns:a16="http://schemas.microsoft.com/office/drawing/2014/main" id="{F3776908-857F-F24D-9AF6-14CF938B5693}"/>
              </a:ext>
            </a:extLst>
          </p:cNvPr>
          <p:cNvSpPr>
            <a:spLocks noGrp="1"/>
          </p:cNvSpPr>
          <p:nvPr>
            <p:ph type="body" sz="quarter" idx="40" hasCustomPrompt="1"/>
          </p:nvPr>
        </p:nvSpPr>
        <p:spPr>
          <a:xfrm>
            <a:off x="8302625" y="3694402"/>
            <a:ext cx="1727201" cy="1893700"/>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44" name="Text Placeholder 4">
            <a:extLst>
              <a:ext uri="{FF2B5EF4-FFF2-40B4-BE49-F238E27FC236}">
                <a16:creationId xmlns:a16="http://schemas.microsoft.com/office/drawing/2014/main" id="{EFB7F2E6-D12A-0A47-939B-737BAD817601}"/>
              </a:ext>
            </a:extLst>
          </p:cNvPr>
          <p:cNvSpPr>
            <a:spLocks noGrp="1"/>
          </p:cNvSpPr>
          <p:nvPr>
            <p:ph type="body" sz="quarter" idx="41" hasCustomPrompt="1"/>
          </p:nvPr>
        </p:nvSpPr>
        <p:spPr>
          <a:xfrm>
            <a:off x="10245998" y="3694402"/>
            <a:ext cx="1727201" cy="1893700"/>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pic>
        <p:nvPicPr>
          <p:cNvPr id="46" name="Picture 45">
            <a:extLst>
              <a:ext uri="{FF2B5EF4-FFF2-40B4-BE49-F238E27FC236}">
                <a16:creationId xmlns:a16="http://schemas.microsoft.com/office/drawing/2014/main" id="{15EF402B-0A39-4444-AF7E-380A1C25739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40440" y="2347335"/>
            <a:ext cx="660400" cy="660400"/>
          </a:xfrm>
          <a:prstGeom prst="rect">
            <a:avLst/>
          </a:prstGeom>
        </p:spPr>
      </p:pic>
      <p:pic>
        <p:nvPicPr>
          <p:cNvPr id="47" name="Picture 46">
            <a:extLst>
              <a:ext uri="{FF2B5EF4-FFF2-40B4-BE49-F238E27FC236}">
                <a16:creationId xmlns:a16="http://schemas.microsoft.com/office/drawing/2014/main" id="{3E2F996C-B451-5D43-A1A7-18659348D8D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79398" y="2347335"/>
            <a:ext cx="660400" cy="660400"/>
          </a:xfrm>
          <a:prstGeom prst="rect">
            <a:avLst/>
          </a:prstGeom>
        </p:spPr>
      </p:pic>
      <p:pic>
        <p:nvPicPr>
          <p:cNvPr id="48" name="Picture 47">
            <a:extLst>
              <a:ext uri="{FF2B5EF4-FFF2-40B4-BE49-F238E27FC236}">
                <a16:creationId xmlns:a16="http://schemas.microsoft.com/office/drawing/2014/main" id="{2164D954-D4BE-604E-A1FA-5D4A16CC776D}"/>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860201" y="2347335"/>
            <a:ext cx="660400" cy="660400"/>
          </a:xfrm>
          <a:prstGeom prst="rect">
            <a:avLst/>
          </a:prstGeom>
        </p:spPr>
      </p:pic>
      <p:pic>
        <p:nvPicPr>
          <p:cNvPr id="49" name="Picture 48">
            <a:extLst>
              <a:ext uri="{FF2B5EF4-FFF2-40B4-BE49-F238E27FC236}">
                <a16:creationId xmlns:a16="http://schemas.microsoft.com/office/drawing/2014/main" id="{5FC96516-B0E2-964A-9976-F62D8A3CA035}"/>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888163" y="2347335"/>
            <a:ext cx="660400" cy="660400"/>
          </a:xfrm>
          <a:prstGeom prst="rect">
            <a:avLst/>
          </a:prstGeom>
        </p:spPr>
      </p:pic>
      <p:pic>
        <p:nvPicPr>
          <p:cNvPr id="50" name="Picture 49">
            <a:extLst>
              <a:ext uri="{FF2B5EF4-FFF2-40B4-BE49-F238E27FC236}">
                <a16:creationId xmlns:a16="http://schemas.microsoft.com/office/drawing/2014/main" id="{C42970E5-3D59-6D4C-802D-2A054118D505}"/>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899298" y="2347335"/>
            <a:ext cx="660400" cy="660400"/>
          </a:xfrm>
          <a:prstGeom prst="rect">
            <a:avLst/>
          </a:prstGeom>
        </p:spPr>
      </p:pic>
      <p:pic>
        <p:nvPicPr>
          <p:cNvPr id="51" name="Picture 50">
            <a:extLst>
              <a:ext uri="{FF2B5EF4-FFF2-40B4-BE49-F238E27FC236}">
                <a16:creationId xmlns:a16="http://schemas.microsoft.com/office/drawing/2014/main" id="{32F713FA-C34D-0546-BEC6-2429F7B462C9}"/>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22715" y="2347335"/>
            <a:ext cx="660400" cy="660400"/>
          </a:xfrm>
          <a:prstGeom prst="rect">
            <a:avLst/>
          </a:prstGeom>
        </p:spPr>
      </p:pic>
    </p:spTree>
    <p:extLst>
      <p:ext uri="{BB962C8B-B14F-4D97-AF65-F5344CB8AC3E}">
        <p14:creationId xmlns:p14="http://schemas.microsoft.com/office/powerpoint/2010/main" val="245306977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386203"/>
            <a:ext cx="11533187" cy="411162"/>
          </a:xfrm>
          <a:prstGeom prst="rect">
            <a:avLst/>
          </a:prstGeom>
        </p:spPr>
        <p:txBody>
          <a:bodyPr wrap="square" lIns="0" tIns="0" rIns="0" bIns="0">
            <a:spAutoFit/>
          </a:bodyPr>
          <a:lstStyle>
            <a:lvl1pPr>
              <a:lnSpc>
                <a:spcPts val="3200"/>
              </a:lnSpc>
              <a:defRPr sz="2800" strike="noStrike">
                <a:solidFill>
                  <a:srgbClr val="000000"/>
                </a:solidFill>
              </a:defRPr>
            </a:lvl1pPr>
          </a:lstStyle>
          <a:p>
            <a:r>
              <a:rPr lang="en-US" dirty="0"/>
              <a:t>Title</a:t>
            </a:r>
          </a:p>
        </p:txBody>
      </p:sp>
    </p:spTree>
    <p:extLst>
      <p:ext uri="{BB962C8B-B14F-4D97-AF65-F5344CB8AC3E}">
        <p14:creationId xmlns:p14="http://schemas.microsoft.com/office/powerpoint/2010/main" val="4107187434"/>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386203"/>
            <a:ext cx="11533187" cy="411162"/>
          </a:xfrm>
          <a:prstGeom prst="rect">
            <a:avLst/>
          </a:prstGeom>
        </p:spPr>
        <p:txBody>
          <a:bodyPr wrap="square" lIns="0" tIns="0" rIns="0" bIns="0">
            <a:spAutoFit/>
          </a:bodyPr>
          <a:lstStyle>
            <a:lvl1pPr>
              <a:lnSpc>
                <a:spcPts val="3200"/>
              </a:lnSpc>
              <a:defRPr sz="2800" strike="noStrike">
                <a:solidFill>
                  <a:srgbClr val="000000"/>
                </a:solidFill>
              </a:defRPr>
            </a:lvl1pPr>
          </a:lstStyle>
          <a:p>
            <a:r>
              <a:rPr lang="en-US" dirty="0"/>
              <a:t>Title</a:t>
            </a:r>
          </a:p>
        </p:txBody>
      </p:sp>
      <p:sp>
        <p:nvSpPr>
          <p:cNvPr id="4" name="Picture Placeholder 3">
            <a:extLst>
              <a:ext uri="{FF2B5EF4-FFF2-40B4-BE49-F238E27FC236}">
                <a16:creationId xmlns:a16="http://schemas.microsoft.com/office/drawing/2014/main" id="{B27A159B-294A-68A6-FBFA-77214D4EBBEF}"/>
              </a:ext>
            </a:extLst>
          </p:cNvPr>
          <p:cNvSpPr>
            <a:spLocks noGrp="1"/>
          </p:cNvSpPr>
          <p:nvPr>
            <p:ph type="pic" sz="quarter" idx="10"/>
          </p:nvPr>
        </p:nvSpPr>
        <p:spPr>
          <a:xfrm>
            <a:off x="6020655" y="1130158"/>
            <a:ext cx="5977669" cy="5352835"/>
          </a:xfrm>
        </p:spPr>
        <p:txBody>
          <a:bodyPr/>
          <a:lstStyle/>
          <a:p>
            <a:endParaRPr lang="en-IN"/>
          </a:p>
        </p:txBody>
      </p:sp>
      <p:sp>
        <p:nvSpPr>
          <p:cNvPr id="6" name="Text Placeholder 5">
            <a:extLst>
              <a:ext uri="{FF2B5EF4-FFF2-40B4-BE49-F238E27FC236}">
                <a16:creationId xmlns:a16="http://schemas.microsoft.com/office/drawing/2014/main" id="{5BADF314-C8EE-4835-F8EA-AC0C9DB40544}"/>
              </a:ext>
            </a:extLst>
          </p:cNvPr>
          <p:cNvSpPr>
            <a:spLocks noGrp="1"/>
          </p:cNvSpPr>
          <p:nvPr>
            <p:ph type="body" sz="quarter" idx="11" hasCustomPrompt="1"/>
          </p:nvPr>
        </p:nvSpPr>
        <p:spPr>
          <a:xfrm>
            <a:off x="465137" y="1130300"/>
            <a:ext cx="5380859" cy="5352694"/>
          </a:xfrm>
        </p:spPr>
        <p:txBody>
          <a:bodyPr/>
          <a:lstStyle>
            <a:lvl1pPr marL="342900" marR="0" indent="-342900" algn="l" defTabSz="932742" rtl="0" eaLnBrk="1" fontAlgn="auto" latinLnBrk="0" hangingPunct="1">
              <a:lnSpc>
                <a:spcPts val="3200"/>
              </a:lnSpc>
              <a:spcBef>
                <a:spcPts val="0"/>
              </a:spcBef>
              <a:spcAft>
                <a:spcPts val="0"/>
              </a:spcAft>
              <a:buClrTx/>
              <a:buSzPct val="90000"/>
              <a:buFont typeface="Arial" panose="020B0604020202020204" pitchFamily="34" charset="0"/>
              <a:buChar char="•"/>
              <a:tabLst/>
              <a:defRPr>
                <a:solidFill>
                  <a:schemeClr val="tx1"/>
                </a:solidFill>
              </a:defRPr>
            </a:lvl1pPr>
          </a:lstStyle>
          <a:p>
            <a:pPr lvl="0"/>
            <a:r>
              <a:rPr lang="en-US" dirty="0"/>
              <a:t>Feature</a:t>
            </a:r>
          </a:p>
          <a:p>
            <a:pPr lvl="0"/>
            <a:r>
              <a:rPr lang="en-US" dirty="0"/>
              <a:t>Feature</a:t>
            </a:r>
          </a:p>
          <a:p>
            <a:pPr lvl="0"/>
            <a:r>
              <a:rPr lang="en-US" dirty="0"/>
              <a:t>Feature</a:t>
            </a:r>
          </a:p>
          <a:p>
            <a:pPr lvl="0"/>
            <a:r>
              <a:rPr lang="en-US" dirty="0"/>
              <a:t>Feature</a:t>
            </a:r>
          </a:p>
          <a:p>
            <a:pPr lvl="0"/>
            <a:r>
              <a:rPr lang="en-US" dirty="0"/>
              <a:t>Feature</a:t>
            </a:r>
          </a:p>
          <a:p>
            <a:pPr lvl="0"/>
            <a:r>
              <a:rPr lang="en-US" dirty="0"/>
              <a:t>Feature</a:t>
            </a:r>
          </a:p>
          <a:p>
            <a:pPr lvl="0"/>
            <a:r>
              <a:rPr lang="en-US" dirty="0"/>
              <a:t>Feature</a:t>
            </a:r>
          </a:p>
          <a:p>
            <a:pPr lvl="0"/>
            <a:r>
              <a:rPr lang="en-US" dirty="0"/>
              <a:t>Feature</a:t>
            </a:r>
          </a:p>
          <a:p>
            <a:pPr lvl="0"/>
            <a:r>
              <a:rPr lang="en-US" dirty="0"/>
              <a:t>Feature</a:t>
            </a:r>
          </a:p>
          <a:p>
            <a:pPr marL="342900" marR="0" lvl="0" indent="-342900" algn="l" defTabSz="932742" rtl="0" eaLnBrk="1" fontAlgn="auto" latinLnBrk="0" hangingPunct="1">
              <a:lnSpc>
                <a:spcPts val="3200"/>
              </a:lnSpc>
              <a:spcBef>
                <a:spcPts val="0"/>
              </a:spcBef>
              <a:spcAft>
                <a:spcPts val="0"/>
              </a:spcAft>
              <a:buClrTx/>
              <a:buSzPct val="90000"/>
              <a:buFont typeface="Arial" panose="020B0604020202020204" pitchFamily="34" charset="0"/>
              <a:buChar char="•"/>
              <a:tabLst/>
              <a:defRPr/>
            </a:pPr>
            <a:r>
              <a:rPr lang="en-US" dirty="0"/>
              <a:t>Feature</a:t>
            </a:r>
          </a:p>
          <a:p>
            <a:pPr marL="342900" marR="0" lvl="0" indent="-342900" algn="l" defTabSz="932742" rtl="0" eaLnBrk="1" fontAlgn="auto" latinLnBrk="0" hangingPunct="1">
              <a:lnSpc>
                <a:spcPts val="3200"/>
              </a:lnSpc>
              <a:spcBef>
                <a:spcPts val="0"/>
              </a:spcBef>
              <a:spcAft>
                <a:spcPts val="0"/>
              </a:spcAft>
              <a:buClrTx/>
              <a:buSzPct val="90000"/>
              <a:buFont typeface="Arial" panose="020B0604020202020204" pitchFamily="34" charset="0"/>
              <a:buChar char="•"/>
              <a:tabLst/>
              <a:defRPr/>
            </a:pPr>
            <a:r>
              <a:rPr lang="en-US" dirty="0"/>
              <a:t>Feature</a:t>
            </a:r>
          </a:p>
          <a:p>
            <a:pPr marL="342900" marR="0" lvl="0" indent="-342900" algn="l" defTabSz="932742" rtl="0" eaLnBrk="1" fontAlgn="auto" latinLnBrk="0" hangingPunct="1">
              <a:lnSpc>
                <a:spcPts val="3200"/>
              </a:lnSpc>
              <a:spcBef>
                <a:spcPts val="0"/>
              </a:spcBef>
              <a:spcAft>
                <a:spcPts val="0"/>
              </a:spcAft>
              <a:buClrTx/>
              <a:buSzPct val="90000"/>
              <a:buFont typeface="Arial" panose="020B0604020202020204" pitchFamily="34" charset="0"/>
              <a:buChar char="•"/>
              <a:tabLst/>
              <a:defRPr/>
            </a:pPr>
            <a:r>
              <a:rPr lang="en-US" dirty="0"/>
              <a:t>Feature</a:t>
            </a:r>
          </a:p>
          <a:p>
            <a:pPr lvl="0"/>
            <a:endParaRPr lang="en-US" dirty="0"/>
          </a:p>
        </p:txBody>
      </p:sp>
    </p:spTree>
    <p:extLst>
      <p:ext uri="{BB962C8B-B14F-4D97-AF65-F5344CB8AC3E}">
        <p14:creationId xmlns:p14="http://schemas.microsoft.com/office/powerpoint/2010/main" val="284883313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386203"/>
            <a:ext cx="11533187" cy="411162"/>
          </a:xfrm>
          <a:prstGeom prst="rect">
            <a:avLst/>
          </a:prstGeom>
        </p:spPr>
        <p:txBody>
          <a:bodyPr wrap="square" lIns="0" tIns="0" rIns="0" bIns="0">
            <a:spAutoFit/>
          </a:bodyPr>
          <a:lstStyle>
            <a:lvl1pPr>
              <a:lnSpc>
                <a:spcPts val="3200"/>
              </a:lnSpc>
              <a:defRPr sz="2800" strike="noStrike">
                <a:solidFill>
                  <a:srgbClr val="000000"/>
                </a:solidFill>
              </a:defRPr>
            </a:lvl1pPr>
          </a:lstStyle>
          <a:p>
            <a:r>
              <a:rPr lang="en-IN" dirty="0"/>
              <a:t>Key Features</a:t>
            </a:r>
            <a:endParaRPr lang="en-US" dirty="0"/>
          </a:p>
        </p:txBody>
      </p:sp>
      <p:sp>
        <p:nvSpPr>
          <p:cNvPr id="6" name="Rectangle 5">
            <a:extLst>
              <a:ext uri="{FF2B5EF4-FFF2-40B4-BE49-F238E27FC236}">
                <a16:creationId xmlns:a16="http://schemas.microsoft.com/office/drawing/2014/main" id="{B0AA435D-7CF7-AB6B-AD20-FB11D45A73E7}"/>
              </a:ext>
            </a:extLst>
          </p:cNvPr>
          <p:cNvSpPr/>
          <p:nvPr userDrawn="1"/>
        </p:nvSpPr>
        <p:spPr bwMode="auto">
          <a:xfrm>
            <a:off x="465138" y="1387011"/>
            <a:ext cx="5000714" cy="184935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E766C046-3315-0879-6DE0-200BC077FCE5}"/>
              </a:ext>
            </a:extLst>
          </p:cNvPr>
          <p:cNvSpPr/>
          <p:nvPr userDrawn="1"/>
        </p:nvSpPr>
        <p:spPr bwMode="auto">
          <a:xfrm>
            <a:off x="465138" y="3635338"/>
            <a:ext cx="5000714" cy="1849351"/>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7">
            <a:extLst>
              <a:ext uri="{FF2B5EF4-FFF2-40B4-BE49-F238E27FC236}">
                <a16:creationId xmlns:a16="http://schemas.microsoft.com/office/drawing/2014/main" id="{4771462F-3587-3C8F-DF70-571177329EDA}"/>
              </a:ext>
            </a:extLst>
          </p:cNvPr>
          <p:cNvSpPr/>
          <p:nvPr userDrawn="1"/>
        </p:nvSpPr>
        <p:spPr bwMode="auto">
          <a:xfrm>
            <a:off x="6494356" y="3635338"/>
            <a:ext cx="5000714" cy="1849351"/>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9" name="Rectangle 8">
            <a:extLst>
              <a:ext uri="{FF2B5EF4-FFF2-40B4-BE49-F238E27FC236}">
                <a16:creationId xmlns:a16="http://schemas.microsoft.com/office/drawing/2014/main" id="{228BCC3D-9690-61FF-9B68-2AED224D49DD}"/>
              </a:ext>
            </a:extLst>
          </p:cNvPr>
          <p:cNvSpPr/>
          <p:nvPr userDrawn="1"/>
        </p:nvSpPr>
        <p:spPr bwMode="auto">
          <a:xfrm>
            <a:off x="6494356" y="1437917"/>
            <a:ext cx="5000714" cy="1849351"/>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76656484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title 3">
    <p:spTree>
      <p:nvGrpSpPr>
        <p:cNvPr id="1" name=""/>
        <p:cNvGrpSpPr/>
        <p:nvPr/>
      </p:nvGrpSpPr>
      <p:grpSpPr>
        <a:xfrm>
          <a:off x="0" y="0"/>
          <a:ext cx="0" cy="0"/>
          <a:chOff x="0" y="0"/>
          <a:chExt cx="0" cy="0"/>
        </a:xfrm>
      </p:grpSpPr>
      <p:sp>
        <p:nvSpPr>
          <p:cNvPr id="3" name="Title 35">
            <a:extLst>
              <a:ext uri="{FF2B5EF4-FFF2-40B4-BE49-F238E27FC236}">
                <a16:creationId xmlns:a16="http://schemas.microsoft.com/office/drawing/2014/main" id="{84B1830D-4F4A-46C8-92D9-12B48FD3D487}"/>
              </a:ext>
            </a:extLst>
          </p:cNvPr>
          <p:cNvSpPr>
            <a:spLocks noGrp="1"/>
          </p:cNvSpPr>
          <p:nvPr>
            <p:ph type="title" hasCustomPrompt="1"/>
          </p:nvPr>
        </p:nvSpPr>
        <p:spPr>
          <a:xfrm>
            <a:off x="450066" y="1447399"/>
            <a:ext cx="4162128" cy="4099727"/>
          </a:xfrm>
          <a:prstGeom prst="rect">
            <a:avLst/>
          </a:prstGeom>
          <a:noFill/>
        </p:spPr>
        <p:txBody>
          <a:bodyPr vert="horz" wrap="square" lIns="0" tIns="0" rIns="0" bIns="0" rtlCol="0" anchor="ctr" anchorCtr="0">
            <a:noAutofit/>
          </a:bodyPr>
          <a:lstStyle>
            <a:lvl1pPr>
              <a:defRPr lang="en-US" sz="4800" b="1" spc="-50" baseline="0" dirty="0">
                <a:solidFill>
                  <a:schemeClr val="tx1"/>
                </a:solidFill>
              </a:defRPr>
            </a:lvl1pPr>
          </a:lstStyle>
          <a:p>
            <a:pPr marL="0" lvl="0">
              <a:lnSpc>
                <a:spcPts val="5600"/>
              </a:lnSpc>
            </a:pPr>
            <a:r>
              <a:rPr lang="en-US" dirty="0"/>
              <a:t>Section title</a:t>
            </a:r>
          </a:p>
        </p:txBody>
      </p:sp>
      <p:pic>
        <p:nvPicPr>
          <p:cNvPr id="5" name="Picture 4">
            <a:extLst>
              <a:ext uri="{FF2B5EF4-FFF2-40B4-BE49-F238E27FC236}">
                <a16:creationId xmlns:a16="http://schemas.microsoft.com/office/drawing/2014/main" id="{101FE68A-9E1D-690C-64A0-81000FD1ABD8}"/>
              </a:ext>
            </a:extLst>
          </p:cNvPr>
          <p:cNvPicPr>
            <a:picLocks noChangeAspect="1"/>
          </p:cNvPicPr>
          <p:nvPr userDrawn="1"/>
        </p:nvPicPr>
        <p:blipFill>
          <a:blip r:embed="rId2"/>
          <a:stretch>
            <a:fillRect/>
          </a:stretch>
        </p:blipFill>
        <p:spPr>
          <a:xfrm>
            <a:off x="5923164" y="-1"/>
            <a:ext cx="6672449" cy="6994525"/>
          </a:xfrm>
          <a:prstGeom prst="rect">
            <a:avLst/>
          </a:prstGeom>
        </p:spPr>
      </p:pic>
    </p:spTree>
    <p:extLst>
      <p:ext uri="{BB962C8B-B14F-4D97-AF65-F5344CB8AC3E}">
        <p14:creationId xmlns:p14="http://schemas.microsoft.com/office/powerpoint/2010/main" val="338350417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5138" y="567457"/>
            <a:ext cx="11530584" cy="830020"/>
          </a:xfrm>
          <a:prstGeom prst="rect">
            <a:avLst/>
          </a:prstGeom>
        </p:spPr>
        <p:txBody>
          <a:bodyPr vert="horz" wrap="square" lIns="0" tIns="91440" rIns="146304" bIns="91440" rtlCol="0" anchor="t">
            <a:noAutofit/>
          </a:bodyPr>
          <a:lstStyle/>
          <a:p>
            <a:r>
              <a:rPr lang="en-US" dirty="0"/>
              <a:t>Heading Segoe UI </a:t>
            </a:r>
            <a:r>
              <a:rPr lang="en-US" dirty="0" err="1"/>
              <a:t>Semibold</a:t>
            </a:r>
            <a:r>
              <a:rPr lang="en-US" dirty="0"/>
              <a:t> 28/32</a:t>
            </a:r>
          </a:p>
        </p:txBody>
      </p:sp>
      <p:sp>
        <p:nvSpPr>
          <p:cNvPr id="4" name="Text Placeholder 3"/>
          <p:cNvSpPr>
            <a:spLocks noGrp="1"/>
          </p:cNvSpPr>
          <p:nvPr>
            <p:ph type="body" idx="1"/>
          </p:nvPr>
        </p:nvSpPr>
        <p:spPr>
          <a:xfrm>
            <a:off x="465138" y="1853742"/>
            <a:ext cx="11456988" cy="2062103"/>
          </a:xfrm>
          <a:prstGeom prst="rect">
            <a:avLst/>
          </a:prstGeom>
        </p:spPr>
        <p:txBody>
          <a:bodyPr vert="horz" wrap="square" lIns="0" tIns="91440" rIns="146304" bIns="91440" rtlCol="0">
            <a:spAutoFit/>
          </a:bodyPr>
          <a:lstStyle/>
          <a:p>
            <a:pPr lvl="1"/>
            <a:r>
              <a:rPr lang="en-US" dirty="0"/>
              <a:t>Large: subhead Segoe UI Regular 20/24</a:t>
            </a:r>
          </a:p>
          <a:p>
            <a:pPr lvl="1"/>
            <a:endParaRPr lang="en-US" dirty="0"/>
          </a:p>
          <a:p>
            <a:pPr lvl="2"/>
            <a:r>
              <a:rPr lang="en-US" dirty="0"/>
              <a:t>Medium: paragraph heading Segoe UI </a:t>
            </a:r>
            <a:r>
              <a:rPr lang="en-US" dirty="0" err="1"/>
              <a:t>Semibold</a:t>
            </a:r>
            <a:r>
              <a:rPr lang="en-US" dirty="0"/>
              <a:t> 14/18</a:t>
            </a:r>
          </a:p>
          <a:p>
            <a:pPr lvl="3"/>
            <a:r>
              <a:rPr lang="en-US" dirty="0"/>
              <a:t>Medium: paragraph body copy Segoe UI Regular 14/18</a:t>
            </a:r>
          </a:p>
          <a:p>
            <a:pPr lvl="3"/>
            <a:endParaRPr lang="en-US" dirty="0"/>
          </a:p>
          <a:p>
            <a:pPr lvl="4"/>
            <a:r>
              <a:rPr lang="en-US" dirty="0"/>
              <a:t>Small: caption heading Segoe UI Bold 10/12</a:t>
            </a:r>
          </a:p>
          <a:p>
            <a:pPr lvl="6"/>
            <a:r>
              <a:rPr lang="en-US" dirty="0"/>
              <a:t>Small: caption body copy Segoe UI Regular 10/12</a:t>
            </a:r>
          </a:p>
          <a:p>
            <a:pPr lvl="6"/>
            <a:endParaRPr lang="en-US" dirty="0"/>
          </a:p>
          <a:p>
            <a:pPr lvl="6"/>
            <a:endParaRPr lang="en-US" dirty="0"/>
          </a:p>
        </p:txBody>
      </p:sp>
      <p:pic>
        <p:nvPicPr>
          <p:cNvPr id="7" name="Picture 6"/>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rot="5400000">
            <a:off x="9621908" y="2898552"/>
            <a:ext cx="6979503" cy="1188133"/>
          </a:xfrm>
          <a:prstGeom prst="rect">
            <a:avLst/>
          </a:prstGeom>
        </p:spPr>
      </p:pic>
    </p:spTree>
    <p:extLst>
      <p:ext uri="{BB962C8B-B14F-4D97-AF65-F5344CB8AC3E}">
        <p14:creationId xmlns:p14="http://schemas.microsoft.com/office/powerpoint/2010/main" val="1881724970"/>
      </p:ext>
    </p:extLst>
  </p:cSld>
  <p:clrMap bg1="lt1" tx1="dk1" bg2="lt2" tx2="dk2" accent1="accent1" accent2="accent2" accent3="accent3" accent4="accent4" accent5="accent5" accent6="accent6" hlink="hlink" folHlink="folHlink"/>
  <p:sldLayoutIdLst>
    <p:sldLayoutId id="2147484678" r:id="rId1"/>
    <p:sldLayoutId id="2147484610" r:id="rId2"/>
    <p:sldLayoutId id="2147484679" r:id="rId3"/>
    <p:sldLayoutId id="2147484558" r:id="rId4"/>
    <p:sldLayoutId id="2147484559" r:id="rId5"/>
    <p:sldLayoutId id="2147484560" r:id="rId6"/>
    <p:sldLayoutId id="2147484561" r:id="rId7"/>
    <p:sldLayoutId id="2147484562" r:id="rId8"/>
    <p:sldLayoutId id="2147484681" r:id="rId9"/>
    <p:sldLayoutId id="2147484680" r:id="rId10"/>
    <p:sldLayoutId id="2147484564" r:id="rId11"/>
  </p:sldLayoutIdLst>
  <p:transition>
    <p:fade/>
  </p:transition>
  <p:hf hdr="0" dt="0"/>
  <p:txStyles>
    <p:titleStyle>
      <a:lvl1pPr algn="l" defTabSz="932742" rtl="0" eaLnBrk="1" latinLnBrk="0" hangingPunct="1">
        <a:lnSpc>
          <a:spcPct val="90000"/>
        </a:lnSpc>
        <a:spcBef>
          <a:spcPct val="0"/>
        </a:spcBef>
        <a:buNone/>
        <a:defRPr lang="en-US" sz="2800" b="0" kern="1200" cap="none" spc="-50" baseline="0" dirty="0" smtClean="0">
          <a:ln w="3175">
            <a:noFill/>
          </a:ln>
          <a:solidFill>
            <a:srgbClr val="000000"/>
          </a:solidFill>
          <a:effectLst/>
          <a:latin typeface="+mj-lt"/>
          <a:ea typeface="+mn-ea"/>
          <a:cs typeface="Segoe UI" pitchFamily="34" charset="0"/>
        </a:defRPr>
      </a:lvl1pPr>
    </p:titleStyle>
    <p:body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49">
          <p15:clr>
            <a:srgbClr val="C35EA4"/>
          </p15:clr>
        </p15:guide>
        <p15:guide id="32" pos="1528">
          <p15:clr>
            <a:srgbClr val="C35EA4"/>
          </p15:clr>
        </p15:guide>
        <p15:guide id="33" pos="2621">
          <p15:clr>
            <a:srgbClr val="C35EA4"/>
          </p15:clr>
        </p15:guide>
        <p15:guide id="34" pos="2765">
          <p15:clr>
            <a:srgbClr val="C35EA4"/>
          </p15:clr>
        </p15:guide>
        <p15:guide id="35" pos="3854">
          <p15:clr>
            <a:srgbClr val="C35EA4"/>
          </p15:clr>
        </p15:guide>
        <p15:guide id="36" pos="4003">
          <p15:clr>
            <a:srgbClr val="C35EA4"/>
          </p15:clr>
        </p15:guide>
        <p15:guide id="37" pos="5083">
          <p15:clr>
            <a:srgbClr val="C35EA4"/>
          </p15:clr>
        </p15:guide>
        <p15:guide id="38" pos="5230">
          <p15:clr>
            <a:srgbClr val="C35EA4"/>
          </p15:clr>
        </p15:guide>
        <p15:guide id="39" pos="6323">
          <p15:clr>
            <a:srgbClr val="C35EA4"/>
          </p15:clr>
        </p15:guide>
        <p15:guide id="40" pos="6469">
          <p15:clr>
            <a:srgbClr val="C35EA4"/>
          </p15:clr>
        </p15:guide>
        <p15:guide id="41" pos="269">
          <p15:clr>
            <a:srgbClr val="F26B43"/>
          </p15:clr>
        </p15:guide>
        <p15:guide id="42" pos="7565">
          <p15:clr>
            <a:srgbClr val="F26B43"/>
          </p15:clr>
        </p15:guide>
        <p15:guide id="43" orient="horz" pos="751">
          <p15:clr>
            <a:srgbClr val="5ACBF0"/>
          </p15:clr>
        </p15:guide>
        <p15:guide id="44" orient="horz" pos="1387">
          <p15:clr>
            <a:srgbClr val="5ACBF0"/>
          </p15:clr>
        </p15:guide>
        <p15:guide id="45" orient="horz" pos="605">
          <p15:clr>
            <a:srgbClr val="5ACBF0"/>
          </p15:clr>
        </p15:guide>
        <p15:guide id="46" orient="horz" pos="1514">
          <p15:clr>
            <a:srgbClr val="5ACBF0"/>
          </p15:clr>
        </p15:guide>
        <p15:guide id="47" orient="horz" pos="2130">
          <p15:clr>
            <a:srgbClr val="5ACBF0"/>
          </p15:clr>
        </p15:guide>
        <p15:guide id="48" orient="horz" pos="2299">
          <p15:clr>
            <a:srgbClr val="5ACBF0"/>
          </p15:clr>
        </p15:guide>
        <p15:guide id="49" orient="horz" pos="283">
          <p15:clr>
            <a:srgbClr val="F26B43"/>
          </p15:clr>
        </p15:guide>
        <p15:guide id="50" orient="horz" pos="4123">
          <p15:clr>
            <a:srgbClr val="F26B43"/>
          </p15:clr>
        </p15:guide>
        <p15:guide id="51" orient="horz" pos="2891">
          <p15:clr>
            <a:srgbClr val="5ACBF0"/>
          </p15:clr>
        </p15:guide>
        <p15:guide id="52" orient="horz" pos="3019">
          <p15:clr>
            <a:srgbClr val="5ACBF0"/>
          </p15:clr>
        </p15:guide>
        <p15:guide id="53" orient="horz" pos="3643">
          <p15:clr>
            <a:srgbClr val="5ACBF0"/>
          </p15:clr>
        </p15:guide>
        <p15:guide id="54" orient="horz" pos="3763">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084A2F7-2222-48F4-8CFB-81F4FBC6EA63}"/>
              </a:ext>
            </a:extLst>
          </p:cNvPr>
          <p:cNvSpPr>
            <a:spLocks noGrp="1"/>
          </p:cNvSpPr>
          <p:nvPr>
            <p:ph type="title"/>
          </p:nvPr>
        </p:nvSpPr>
        <p:spPr>
          <a:xfrm>
            <a:off x="6811498" y="557049"/>
            <a:ext cx="5537797" cy="2753710"/>
          </a:xfrm>
        </p:spPr>
        <p:txBody>
          <a:bodyPr/>
          <a:lstStyle/>
          <a:p>
            <a:r>
              <a:rPr lang="en-US" dirty="0"/>
              <a:t>Vehicle Management System</a:t>
            </a:r>
            <a:endParaRPr lang="en-IN" dirty="0"/>
          </a:p>
        </p:txBody>
      </p:sp>
      <p:sp>
        <p:nvSpPr>
          <p:cNvPr id="3" name="Text Placeholder 2">
            <a:extLst>
              <a:ext uri="{FF2B5EF4-FFF2-40B4-BE49-F238E27FC236}">
                <a16:creationId xmlns:a16="http://schemas.microsoft.com/office/drawing/2014/main" id="{C13B5CD4-87F2-84C4-1B21-BCFA2B40B0FB}"/>
              </a:ext>
            </a:extLst>
          </p:cNvPr>
          <p:cNvSpPr>
            <a:spLocks noGrp="1"/>
          </p:cNvSpPr>
          <p:nvPr>
            <p:ph type="body" sz="quarter" idx="15"/>
          </p:nvPr>
        </p:nvSpPr>
        <p:spPr>
          <a:xfrm>
            <a:off x="6811498" y="5012066"/>
            <a:ext cx="5521944" cy="964046"/>
          </a:xfrm>
        </p:spPr>
        <p:txBody>
          <a:bodyPr/>
          <a:lstStyle/>
          <a:p>
            <a:r>
              <a:rPr lang="en-US"/>
              <a:t>Ruqayya Shah (Amity University, Noida)</a:t>
            </a:r>
          </a:p>
          <a:p>
            <a:r>
              <a:rPr lang="en-US"/>
              <a:t>09/01/2026</a:t>
            </a:r>
            <a:endParaRPr lang="en-IN" dirty="0"/>
          </a:p>
        </p:txBody>
      </p:sp>
      <p:sp>
        <p:nvSpPr>
          <p:cNvPr id="2" name="Text Placeholder 1">
            <a:extLst>
              <a:ext uri="{FF2B5EF4-FFF2-40B4-BE49-F238E27FC236}">
                <a16:creationId xmlns:a16="http://schemas.microsoft.com/office/drawing/2014/main" id="{3F5F4593-2EB6-55E2-6409-FB38C521A04E}"/>
              </a:ext>
            </a:extLst>
          </p:cNvPr>
          <p:cNvSpPr>
            <a:spLocks noGrp="1"/>
          </p:cNvSpPr>
          <p:nvPr>
            <p:ph type="body" sz="quarter" idx="16"/>
          </p:nvPr>
        </p:nvSpPr>
        <p:spPr/>
        <p:txBody>
          <a:bodyPr/>
          <a:lstStyle/>
          <a:p>
            <a:endParaRPr lang="en-IN" dirty="0"/>
          </a:p>
        </p:txBody>
      </p:sp>
      <p:pic>
        <p:nvPicPr>
          <p:cNvPr id="10" name="Picture 9">
            <a:extLst>
              <a:ext uri="{FF2B5EF4-FFF2-40B4-BE49-F238E27FC236}">
                <a16:creationId xmlns:a16="http://schemas.microsoft.com/office/drawing/2014/main" id="{744945C1-8893-8702-8E73-1A16BFD47DAC}"/>
              </a:ext>
            </a:extLst>
          </p:cNvPr>
          <p:cNvPicPr>
            <a:picLocks noChangeAspect="1"/>
          </p:cNvPicPr>
          <p:nvPr/>
        </p:nvPicPr>
        <p:blipFill>
          <a:blip r:embed="rId2"/>
          <a:stretch>
            <a:fillRect/>
          </a:stretch>
        </p:blipFill>
        <p:spPr>
          <a:xfrm>
            <a:off x="-183027" y="-1"/>
            <a:ext cx="6994525" cy="6994525"/>
          </a:xfrm>
          <a:prstGeom prst="rect">
            <a:avLst/>
          </a:prstGeom>
        </p:spPr>
      </p:pic>
    </p:spTree>
    <p:extLst>
      <p:ext uri="{BB962C8B-B14F-4D97-AF65-F5344CB8AC3E}">
        <p14:creationId xmlns:p14="http://schemas.microsoft.com/office/powerpoint/2010/main" val="1189598124"/>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07D465-5D56-0B41-96C4-901FFC2422DF}"/>
              </a:ext>
            </a:extLst>
          </p:cNvPr>
          <p:cNvSpPr>
            <a:spLocks noGrp="1"/>
          </p:cNvSpPr>
          <p:nvPr>
            <p:ph type="title"/>
          </p:nvPr>
        </p:nvSpPr>
        <p:spPr>
          <a:xfrm>
            <a:off x="451643" y="175996"/>
            <a:ext cx="11533187" cy="411162"/>
          </a:xfrm>
        </p:spPr>
        <p:txBody>
          <a:bodyPr/>
          <a:lstStyle/>
          <a:p>
            <a:r>
              <a:rPr lang="en-US" dirty="0"/>
              <a:t>Project Overview</a:t>
            </a:r>
          </a:p>
        </p:txBody>
      </p:sp>
      <p:sp>
        <p:nvSpPr>
          <p:cNvPr id="15" name="Text Placeholder 14">
            <a:extLst>
              <a:ext uri="{FF2B5EF4-FFF2-40B4-BE49-F238E27FC236}">
                <a16:creationId xmlns:a16="http://schemas.microsoft.com/office/drawing/2014/main" id="{7AFD9358-0F0F-DD41-8430-DD40142A3348}"/>
              </a:ext>
            </a:extLst>
          </p:cNvPr>
          <p:cNvSpPr>
            <a:spLocks noGrp="1"/>
          </p:cNvSpPr>
          <p:nvPr>
            <p:ph type="body" sz="quarter" idx="10"/>
          </p:nvPr>
        </p:nvSpPr>
        <p:spPr>
          <a:xfrm>
            <a:off x="451643" y="1029022"/>
            <a:ext cx="11533187" cy="4936480"/>
          </a:xfrm>
        </p:spPr>
        <p:txBody>
          <a:bodyPr/>
          <a:lstStyle/>
          <a:p>
            <a:r>
              <a:rPr lang="en-US" sz="2800" dirty="0"/>
              <a:t>Objective: </a:t>
            </a:r>
          </a:p>
          <a:p>
            <a:pPr marL="514350" lvl="1" indent="-285750">
              <a:buFont typeface="Wingdings" panose="05000000000000000000" pitchFamily="2" charset="2"/>
              <a:buChar char="Ø"/>
            </a:pPr>
            <a:r>
              <a:rPr lang="en-US" dirty="0"/>
              <a:t>The objective of this project is to design and develop a </a:t>
            </a:r>
            <a:r>
              <a:rPr lang="en-US" b="1" dirty="0"/>
              <a:t>Vehicle Service Management System</a:t>
            </a:r>
            <a:r>
              <a:rPr lang="en-US" dirty="0"/>
              <a:t> that digitalizes and automates the end-to-end operations of automobile service centers.</a:t>
            </a:r>
          </a:p>
          <a:p>
            <a:pPr marL="514350" lvl="1" indent="-285750">
              <a:buFont typeface="Wingdings" panose="05000000000000000000" pitchFamily="2" charset="2"/>
              <a:buChar char="Ø"/>
            </a:pPr>
            <a:endParaRPr lang="en-US" dirty="0"/>
          </a:p>
          <a:p>
            <a:pPr marL="514350" lvl="1" indent="-285750">
              <a:buFont typeface="Wingdings" panose="05000000000000000000" pitchFamily="2" charset="2"/>
              <a:buChar char="Ø"/>
            </a:pPr>
            <a:r>
              <a:rPr lang="en-US" dirty="0"/>
              <a:t>The system aims to provide a </a:t>
            </a:r>
            <a:r>
              <a:rPr lang="en-US" b="1" dirty="0"/>
              <a:t>secure, scalable, and role-based full-stack web application</a:t>
            </a:r>
            <a:r>
              <a:rPr lang="en-US" dirty="0"/>
              <a:t> using </a:t>
            </a:r>
            <a:r>
              <a:rPr lang="en-US" b="1" dirty="0"/>
              <a:t>ASP.NET Core Web API</a:t>
            </a:r>
            <a:r>
              <a:rPr lang="en-US" dirty="0"/>
              <a:t> and </a:t>
            </a:r>
            <a:r>
              <a:rPr lang="en-US" b="1" dirty="0"/>
              <a:t>Angular</a:t>
            </a:r>
            <a:r>
              <a:rPr lang="en-US" dirty="0"/>
              <a:t>, enabling efficient management of vehicle service requests, technician assignments, inventory, billing, and reporting.</a:t>
            </a:r>
          </a:p>
          <a:p>
            <a:pPr marL="514350" lvl="1" indent="-285750">
              <a:buFont typeface="Wingdings" panose="05000000000000000000" pitchFamily="2" charset="2"/>
              <a:buChar char="Ø"/>
            </a:pPr>
            <a:endParaRPr lang="en-US" dirty="0"/>
          </a:p>
          <a:p>
            <a:pPr marL="514350" lvl="1" indent="-285750">
              <a:buFont typeface="Wingdings" panose="05000000000000000000" pitchFamily="2" charset="2"/>
              <a:buChar char="Ø"/>
            </a:pPr>
            <a:r>
              <a:rPr lang="en-US" dirty="0"/>
              <a:t>This project focuses on implementing </a:t>
            </a:r>
            <a:r>
              <a:rPr lang="en-US" b="1" dirty="0"/>
              <a:t>real-world service workflows</a:t>
            </a:r>
            <a:r>
              <a:rPr lang="en-US" dirty="0"/>
              <a:t>, </a:t>
            </a:r>
            <a:r>
              <a:rPr lang="en-US" b="1" dirty="0"/>
              <a:t>JWT-based authentication</a:t>
            </a:r>
            <a:r>
              <a:rPr lang="en-US" dirty="0"/>
              <a:t>, </a:t>
            </a:r>
            <a:r>
              <a:rPr lang="en-US" b="1" dirty="0"/>
              <a:t>clean architecture</a:t>
            </a:r>
            <a:r>
              <a:rPr lang="en-US" dirty="0"/>
              <a:t>, and </a:t>
            </a:r>
            <a:r>
              <a:rPr lang="en-US" b="1" dirty="0"/>
              <a:t>LINQ-driven data processing</a:t>
            </a:r>
            <a:r>
              <a:rPr lang="en-US" dirty="0"/>
              <a:t>, while delivering an intuitive user interface and maintainable backend suitable for enterprise-level applications.</a:t>
            </a:r>
            <a:endParaRPr lang="en-US" sz="2400" dirty="0"/>
          </a:p>
          <a:p>
            <a:r>
              <a:rPr lang="en-US" sz="2800" dirty="0"/>
              <a:t>Technology Stack: .NET Core, Angular , SQL Server (</a:t>
            </a:r>
            <a:r>
              <a:rPr lang="en-US" sz="2800" dirty="0" err="1"/>
              <a:t>localdb</a:t>
            </a:r>
            <a:r>
              <a:rPr lang="en-US" sz="2800" dirty="0"/>
              <a:t>), Gmail SMTP</a:t>
            </a:r>
          </a:p>
          <a:p>
            <a:r>
              <a:rPr lang="en-US" sz="2800" dirty="0"/>
              <a:t>Duration: 10 days</a:t>
            </a:r>
          </a:p>
        </p:txBody>
      </p:sp>
    </p:spTree>
    <p:extLst>
      <p:ext uri="{BB962C8B-B14F-4D97-AF65-F5344CB8AC3E}">
        <p14:creationId xmlns:p14="http://schemas.microsoft.com/office/powerpoint/2010/main" val="18854675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1C40C-EE1B-2CBC-077C-B30FE2EAA87A}"/>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F2DE8A81-E1D7-6390-853E-5A72FE8E259D}"/>
              </a:ext>
            </a:extLst>
          </p:cNvPr>
          <p:cNvSpPr>
            <a:spLocks noGrp="1"/>
          </p:cNvSpPr>
          <p:nvPr>
            <p:ph type="title"/>
          </p:nvPr>
        </p:nvSpPr>
        <p:spPr/>
        <p:txBody>
          <a:bodyPr/>
          <a:lstStyle/>
          <a:p>
            <a:r>
              <a:rPr lang="en-US" dirty="0"/>
              <a:t>Problem Statement</a:t>
            </a:r>
          </a:p>
        </p:txBody>
      </p:sp>
      <p:sp>
        <p:nvSpPr>
          <p:cNvPr id="5" name="Text Placeholder 4">
            <a:extLst>
              <a:ext uri="{FF2B5EF4-FFF2-40B4-BE49-F238E27FC236}">
                <a16:creationId xmlns:a16="http://schemas.microsoft.com/office/drawing/2014/main" id="{611818C8-DF59-59AE-AC64-AFA520381820}"/>
              </a:ext>
            </a:extLst>
          </p:cNvPr>
          <p:cNvSpPr>
            <a:spLocks noGrp="1"/>
          </p:cNvSpPr>
          <p:nvPr>
            <p:ph type="body" sz="quarter" idx="10"/>
          </p:nvPr>
        </p:nvSpPr>
        <p:spPr>
          <a:xfrm>
            <a:off x="465138" y="3802088"/>
            <a:ext cx="11533187" cy="2983894"/>
          </a:xfrm>
        </p:spPr>
        <p:txBody>
          <a:bodyPr/>
          <a:lstStyle/>
          <a:p>
            <a:pPr marL="0" indent="0">
              <a:buNone/>
            </a:pPr>
            <a:r>
              <a:rPr lang="en-US" dirty="0"/>
              <a:t>Key Challenges</a:t>
            </a:r>
          </a:p>
          <a:p>
            <a:r>
              <a:rPr lang="en-US" dirty="0"/>
              <a:t>Manual or semi-automated tracking of service requests and vehicle history</a:t>
            </a:r>
          </a:p>
          <a:p>
            <a:r>
              <a:rPr lang="en-US" dirty="0"/>
              <a:t>Inefficient technician assignment and workload monitoring</a:t>
            </a:r>
          </a:p>
          <a:p>
            <a:r>
              <a:rPr lang="en-US" dirty="0"/>
              <a:t>Delays in service completion and billing</a:t>
            </a:r>
          </a:p>
          <a:p>
            <a:r>
              <a:rPr lang="en-US" dirty="0"/>
              <a:t>Limited reporting on performance, revenue, and service quality</a:t>
            </a:r>
          </a:p>
          <a:p>
            <a:endParaRPr lang="en-IN" dirty="0"/>
          </a:p>
        </p:txBody>
      </p:sp>
      <p:sp>
        <p:nvSpPr>
          <p:cNvPr id="6" name="Text Placeholder 5">
            <a:extLst>
              <a:ext uri="{FF2B5EF4-FFF2-40B4-BE49-F238E27FC236}">
                <a16:creationId xmlns:a16="http://schemas.microsoft.com/office/drawing/2014/main" id="{85CEB3CE-99F0-2CA7-B7D7-01B56181FD6C}"/>
              </a:ext>
            </a:extLst>
          </p:cNvPr>
          <p:cNvSpPr>
            <a:spLocks noGrp="1"/>
          </p:cNvSpPr>
          <p:nvPr>
            <p:ph type="body" sz="quarter" idx="11"/>
          </p:nvPr>
        </p:nvSpPr>
        <p:spPr>
          <a:xfrm>
            <a:off x="465138" y="996950"/>
            <a:ext cx="11533187" cy="3139321"/>
          </a:xfrm>
        </p:spPr>
        <p:txBody>
          <a:bodyPr/>
          <a:lstStyle/>
          <a:p>
            <a:r>
              <a:rPr lang="en-US" dirty="0">
                <a:latin typeface="+mn-lt"/>
              </a:rPr>
              <a:t>Automobile service centers handle a high volume of vehicle service requests every day, but many still rely on manual records or fragmented software systems. This results in poor visibility of service status, inefficient technician allocation, delayed service delivery, and difficulty in tracking vehicle history, parts usage, and billing information.</a:t>
            </a:r>
          </a:p>
          <a:p>
            <a:r>
              <a:rPr lang="en-US" dirty="0">
                <a:latin typeface="+mn-lt"/>
              </a:rPr>
              <a:t>The lack of a centralized, role-based digital system makes it challenging for admins, service managers, technicians, and customers to coordinate effectively, leading to operational inefficiencies and reduced customer satisfaction.</a:t>
            </a:r>
          </a:p>
          <a:p>
            <a:endParaRPr lang="en-IN" dirty="0"/>
          </a:p>
        </p:txBody>
      </p:sp>
    </p:spTree>
    <p:extLst>
      <p:ext uri="{BB962C8B-B14F-4D97-AF65-F5344CB8AC3E}">
        <p14:creationId xmlns:p14="http://schemas.microsoft.com/office/powerpoint/2010/main" val="290684252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82D83-DC78-45DD-7005-A07DCCC9926F}"/>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4ABEAFBD-A31E-F4E2-32B4-0D950CF98934}"/>
              </a:ext>
            </a:extLst>
          </p:cNvPr>
          <p:cNvSpPr>
            <a:spLocks noGrp="1"/>
          </p:cNvSpPr>
          <p:nvPr>
            <p:ph type="title"/>
          </p:nvPr>
        </p:nvSpPr>
        <p:spPr>
          <a:xfrm>
            <a:off x="465138" y="270590"/>
            <a:ext cx="11533187" cy="411162"/>
          </a:xfrm>
        </p:spPr>
        <p:txBody>
          <a:bodyPr/>
          <a:lstStyle/>
          <a:p>
            <a:r>
              <a:rPr lang="en-US" b="1" dirty="0"/>
              <a:t>Proposed Solution</a:t>
            </a:r>
            <a:endParaRPr lang="en-US" dirty="0"/>
          </a:p>
        </p:txBody>
      </p:sp>
      <p:sp>
        <p:nvSpPr>
          <p:cNvPr id="6" name="Text Placeholder 5">
            <a:extLst>
              <a:ext uri="{FF2B5EF4-FFF2-40B4-BE49-F238E27FC236}">
                <a16:creationId xmlns:a16="http://schemas.microsoft.com/office/drawing/2014/main" id="{B7CCA25E-1C7A-920F-71BA-98A6F9628E0F}"/>
              </a:ext>
            </a:extLst>
          </p:cNvPr>
          <p:cNvSpPr>
            <a:spLocks noGrp="1"/>
          </p:cNvSpPr>
          <p:nvPr>
            <p:ph type="body" sz="quarter" idx="11"/>
          </p:nvPr>
        </p:nvSpPr>
        <p:spPr>
          <a:xfrm>
            <a:off x="465137" y="900549"/>
            <a:ext cx="11895029" cy="5724644"/>
          </a:xfrm>
        </p:spPr>
        <p:txBody>
          <a:bodyPr/>
          <a:lstStyle/>
          <a:p>
            <a:r>
              <a:rPr lang="en-US" dirty="0">
                <a:latin typeface="+mn-lt"/>
              </a:rPr>
              <a:t>• Centralized Web Platform for managing vehicle service operations with role-based access for Admin, </a:t>
            </a:r>
            <a:r>
              <a:rPr lang="en-US" dirty="0" err="1">
                <a:latin typeface="+mn-lt"/>
              </a:rPr>
              <a:t>ServiceManager</a:t>
            </a:r>
            <a:r>
              <a:rPr lang="en-US" dirty="0">
                <a:latin typeface="+mn-lt"/>
              </a:rPr>
              <a:t>, Technician, and Customer</a:t>
            </a:r>
          </a:p>
          <a:p>
            <a:r>
              <a:rPr lang="en-US" dirty="0">
                <a:latin typeface="+mn-lt"/>
              </a:rPr>
              <a:t>• Customer Portal - Register vehicles, book service appointments, track service status, view bills, and make online payments</a:t>
            </a:r>
          </a:p>
          <a:p>
            <a:r>
              <a:rPr lang="en-US" dirty="0">
                <a:latin typeface="+mn-lt"/>
              </a:rPr>
              <a:t>• Service Manager Dashboard - Assign technicians, manage service categories, generate bills with tax/discount, and view revenue analytics</a:t>
            </a:r>
          </a:p>
          <a:p>
            <a:r>
              <a:rPr lang="en-US" dirty="0">
                <a:latin typeface="+mn-lt"/>
              </a:rPr>
              <a:t>• Technician Workstation - View assigned tasks, update completion status, and add parts used during service</a:t>
            </a:r>
          </a:p>
          <a:p>
            <a:r>
              <a:rPr lang="en-US" dirty="0">
                <a:latin typeface="+mn-lt"/>
              </a:rPr>
              <a:t>• Parts Inventory Module - Track stock levels, low stock alerts, and part order management</a:t>
            </a:r>
          </a:p>
          <a:p>
            <a:r>
              <a:rPr lang="en-US" dirty="0">
                <a:latin typeface="+mn-lt"/>
              </a:rPr>
              <a:t>• Automated Billing System - Auto-calculate service charges, parts cost, tax, and discounts with partial payment support</a:t>
            </a:r>
          </a:p>
          <a:p>
            <a:r>
              <a:rPr lang="en-US" dirty="0">
                <a:latin typeface="+mn-lt"/>
              </a:rPr>
              <a:t>• Dual Notification System - Email + In-App notifications for status changes, assignments, and payment reminders</a:t>
            </a:r>
          </a:p>
          <a:p>
            <a:r>
              <a:rPr lang="en-US" dirty="0">
                <a:latin typeface="+mn-lt"/>
              </a:rPr>
              <a:t>• Analytics &amp; Reports - Real-time dashboards for monthly revenue, technician workload, and category-wise performance</a:t>
            </a:r>
          </a:p>
        </p:txBody>
      </p:sp>
    </p:spTree>
    <p:extLst>
      <p:ext uri="{BB962C8B-B14F-4D97-AF65-F5344CB8AC3E}">
        <p14:creationId xmlns:p14="http://schemas.microsoft.com/office/powerpoint/2010/main" val="70867470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30C118E-C5ED-D0C9-3564-CEA956E115A5}"/>
              </a:ext>
            </a:extLst>
          </p:cNvPr>
          <p:cNvSpPr>
            <a:spLocks noGrp="1"/>
          </p:cNvSpPr>
          <p:nvPr>
            <p:ph type="title"/>
          </p:nvPr>
        </p:nvSpPr>
        <p:spPr>
          <a:xfrm>
            <a:off x="465138" y="173275"/>
            <a:ext cx="11533187" cy="410369"/>
          </a:xfrm>
        </p:spPr>
        <p:txBody>
          <a:bodyPr/>
          <a:lstStyle/>
          <a:p>
            <a:r>
              <a:rPr lang="en-IN" dirty="0"/>
              <a:t>Solution &amp; Key Features</a:t>
            </a:r>
          </a:p>
        </p:txBody>
      </p:sp>
      <p:sp>
        <p:nvSpPr>
          <p:cNvPr id="3" name="TextBox 2">
            <a:extLst>
              <a:ext uri="{FF2B5EF4-FFF2-40B4-BE49-F238E27FC236}">
                <a16:creationId xmlns:a16="http://schemas.microsoft.com/office/drawing/2014/main" id="{B40825D1-EFAC-E90D-5075-74E688BD7D07}"/>
              </a:ext>
            </a:extLst>
          </p:cNvPr>
          <p:cNvSpPr txBox="1"/>
          <p:nvPr/>
        </p:nvSpPr>
        <p:spPr>
          <a:xfrm>
            <a:off x="378372" y="850383"/>
            <a:ext cx="7055178" cy="6524863"/>
          </a:xfrm>
          <a:prstGeom prst="rect">
            <a:avLst/>
          </a:prstGeom>
          <a:noFill/>
        </p:spPr>
        <p:txBody>
          <a:bodyPr wrap="square">
            <a:spAutoFit/>
          </a:bodyPr>
          <a:lstStyle/>
          <a:p>
            <a:pPr algn="l">
              <a:spcAft>
                <a:spcPts val="1200"/>
              </a:spcAft>
              <a:buNone/>
            </a:pPr>
            <a:r>
              <a:rPr lang="en-US" b="1" i="0" dirty="0">
                <a:effectLst/>
                <a:latin typeface="Segoe WPC"/>
              </a:rPr>
              <a:t>Role-Based Access Control</a:t>
            </a:r>
            <a:endParaRPr lang="en-US" b="0" i="0" dirty="0">
              <a:effectLst/>
              <a:latin typeface="Segoe WPC"/>
            </a:endParaRPr>
          </a:p>
          <a:p>
            <a:pPr algn="l">
              <a:buFont typeface="Arial" panose="020B0604020202020204" pitchFamily="34" charset="0"/>
              <a:buChar char="•"/>
            </a:pPr>
            <a:r>
              <a:rPr lang="en-US" b="0" i="0" dirty="0">
                <a:effectLst/>
                <a:latin typeface="Segoe WPC"/>
              </a:rPr>
              <a:t>Separate interfaces for </a:t>
            </a:r>
            <a:r>
              <a:rPr lang="en-US" b="1" i="0" dirty="0">
                <a:effectLst/>
                <a:latin typeface="Segoe WPC"/>
              </a:rPr>
              <a:t>Admin, </a:t>
            </a:r>
            <a:r>
              <a:rPr lang="en-US" b="1" i="0" dirty="0" err="1">
                <a:effectLst/>
                <a:latin typeface="Segoe WPC"/>
              </a:rPr>
              <a:t>ServiceManager</a:t>
            </a:r>
            <a:r>
              <a:rPr lang="en-US" b="1" i="0" dirty="0">
                <a:effectLst/>
                <a:latin typeface="Segoe WPC"/>
              </a:rPr>
              <a:t>, Technician, and Customer</a:t>
            </a:r>
            <a:endParaRPr lang="en-US" b="0" i="0" dirty="0">
              <a:effectLst/>
              <a:latin typeface="Segoe WPC"/>
            </a:endParaRPr>
          </a:p>
          <a:p>
            <a:pPr algn="l">
              <a:buFont typeface="Arial" panose="020B0604020202020204" pitchFamily="34" charset="0"/>
              <a:buChar char="•"/>
            </a:pPr>
            <a:r>
              <a:rPr lang="en-US" b="0" i="0" dirty="0">
                <a:effectLst/>
                <a:latin typeface="Segoe WPC"/>
              </a:rPr>
              <a:t>Secure access using </a:t>
            </a:r>
            <a:r>
              <a:rPr lang="en-US" b="1" i="0" dirty="0">
                <a:effectLst/>
                <a:latin typeface="Segoe WPC"/>
              </a:rPr>
              <a:t>JWT Authentication</a:t>
            </a:r>
            <a:br>
              <a:rPr lang="en-US" dirty="0">
                <a:latin typeface="Segoe WPC"/>
              </a:rPr>
            </a:br>
            <a:endParaRPr lang="en-US" b="1" i="0" dirty="0">
              <a:effectLst/>
              <a:latin typeface="Segoe WPC"/>
            </a:endParaRPr>
          </a:p>
          <a:p>
            <a:pPr algn="l">
              <a:spcAft>
                <a:spcPts val="1200"/>
              </a:spcAft>
              <a:buNone/>
            </a:pPr>
            <a:r>
              <a:rPr lang="en-US" b="1" i="0" dirty="0">
                <a:effectLst/>
                <a:latin typeface="Segoe WPC"/>
              </a:rPr>
              <a:t>Customer Features</a:t>
            </a:r>
            <a:endParaRPr lang="en-US" b="0" i="0" dirty="0">
              <a:effectLst/>
              <a:latin typeface="Segoe WPC"/>
            </a:endParaRPr>
          </a:p>
          <a:p>
            <a:pPr algn="l">
              <a:buFont typeface="Arial" panose="020B0604020202020204" pitchFamily="34" charset="0"/>
              <a:buChar char="•"/>
            </a:pPr>
            <a:r>
              <a:rPr lang="en-US" b="0" i="0" dirty="0">
                <a:effectLst/>
                <a:latin typeface="Segoe WPC"/>
              </a:rPr>
              <a:t>Online </a:t>
            </a:r>
            <a:r>
              <a:rPr lang="en-US" b="1" i="0" dirty="0">
                <a:effectLst/>
                <a:latin typeface="Segoe WPC"/>
              </a:rPr>
              <a:t>service booking</a:t>
            </a:r>
            <a:r>
              <a:rPr lang="en-US" b="0" i="0" dirty="0">
                <a:effectLst/>
                <a:latin typeface="Segoe WPC"/>
              </a:rPr>
              <a:t> with vehicle registration</a:t>
            </a:r>
          </a:p>
          <a:p>
            <a:pPr algn="l">
              <a:buFont typeface="Arial" panose="020B0604020202020204" pitchFamily="34" charset="0"/>
              <a:buChar char="•"/>
            </a:pPr>
            <a:r>
              <a:rPr lang="en-US" b="0" i="0" dirty="0">
                <a:effectLst/>
                <a:latin typeface="Segoe WPC"/>
              </a:rPr>
              <a:t>View </a:t>
            </a:r>
            <a:r>
              <a:rPr lang="en-US" b="1" i="0" dirty="0">
                <a:effectLst/>
                <a:latin typeface="Segoe WPC"/>
              </a:rPr>
              <a:t>service status</a:t>
            </a:r>
            <a:r>
              <a:rPr lang="en-US" b="0" i="0" dirty="0">
                <a:effectLst/>
                <a:latin typeface="Segoe WPC"/>
              </a:rPr>
              <a:t> and dashboard</a:t>
            </a:r>
          </a:p>
          <a:p>
            <a:pPr algn="l">
              <a:buFont typeface="Arial" panose="020B0604020202020204" pitchFamily="34" charset="0"/>
              <a:buChar char="•"/>
            </a:pPr>
            <a:r>
              <a:rPr lang="en-US" b="0" i="0" dirty="0">
                <a:effectLst/>
                <a:latin typeface="Segoe WPC"/>
              </a:rPr>
              <a:t>Track </a:t>
            </a:r>
            <a:r>
              <a:rPr lang="en-US" b="1" i="0" dirty="0">
                <a:effectLst/>
                <a:latin typeface="Segoe WPC"/>
              </a:rPr>
              <a:t>bills, payments</a:t>
            </a:r>
            <a:r>
              <a:rPr lang="en-US" b="0" i="0" dirty="0">
                <a:effectLst/>
                <a:latin typeface="Segoe WPC"/>
              </a:rPr>
              <a:t>, and service history</a:t>
            </a:r>
            <a:br>
              <a:rPr lang="en-US" b="0" i="0" dirty="0">
                <a:effectLst/>
                <a:latin typeface="Segoe WPC"/>
              </a:rPr>
            </a:br>
            <a:endParaRPr lang="en-US" b="1" i="0" dirty="0">
              <a:effectLst/>
              <a:latin typeface="Segoe WPC"/>
            </a:endParaRPr>
          </a:p>
          <a:p>
            <a:pPr algn="l">
              <a:spcAft>
                <a:spcPts val="1200"/>
              </a:spcAft>
              <a:buNone/>
            </a:pPr>
            <a:r>
              <a:rPr lang="en-US" b="1" i="0" dirty="0">
                <a:effectLst/>
                <a:latin typeface="Segoe WPC"/>
              </a:rPr>
              <a:t>Technician Features</a:t>
            </a:r>
            <a:endParaRPr lang="en-US" b="0" i="0" dirty="0">
              <a:effectLst/>
              <a:latin typeface="Segoe WPC"/>
            </a:endParaRPr>
          </a:p>
          <a:p>
            <a:pPr algn="l">
              <a:buFont typeface="Arial" panose="020B0604020202020204" pitchFamily="34" charset="0"/>
              <a:buChar char="•"/>
            </a:pPr>
            <a:r>
              <a:rPr lang="en-US" b="0" i="0" dirty="0">
                <a:effectLst/>
                <a:latin typeface="Segoe WPC"/>
              </a:rPr>
              <a:t>View and complete </a:t>
            </a:r>
            <a:r>
              <a:rPr lang="en-US" b="1" i="0" dirty="0">
                <a:effectLst/>
                <a:latin typeface="Segoe WPC"/>
              </a:rPr>
              <a:t>assigned service tasks</a:t>
            </a:r>
            <a:endParaRPr lang="en-US" b="0" i="0" dirty="0">
              <a:effectLst/>
              <a:latin typeface="Segoe WPC"/>
            </a:endParaRPr>
          </a:p>
          <a:p>
            <a:pPr algn="l">
              <a:buFont typeface="Arial" panose="020B0604020202020204" pitchFamily="34" charset="0"/>
              <a:buChar char="•"/>
            </a:pPr>
            <a:r>
              <a:rPr lang="en-US" b="0" i="0" dirty="0">
                <a:effectLst/>
                <a:latin typeface="Segoe WPC"/>
              </a:rPr>
              <a:t>Update </a:t>
            </a:r>
            <a:r>
              <a:rPr lang="en-US" b="1" i="0" dirty="0">
                <a:effectLst/>
                <a:latin typeface="Segoe WPC"/>
              </a:rPr>
              <a:t>task status</a:t>
            </a:r>
            <a:r>
              <a:rPr lang="en-US" b="0" i="0" dirty="0">
                <a:effectLst/>
                <a:latin typeface="Segoe WPC"/>
              </a:rPr>
              <a:t> and completion details</a:t>
            </a:r>
          </a:p>
          <a:p>
            <a:pPr algn="l">
              <a:buFont typeface="Arial" panose="020B0604020202020204" pitchFamily="34" charset="0"/>
              <a:buChar char="•"/>
            </a:pPr>
            <a:r>
              <a:rPr lang="en-US" b="0" i="0" dirty="0">
                <a:effectLst/>
                <a:latin typeface="Segoe WPC"/>
              </a:rPr>
              <a:t>Add </a:t>
            </a:r>
            <a:r>
              <a:rPr lang="en-US" b="1" i="0" dirty="0">
                <a:effectLst/>
                <a:latin typeface="Segoe WPC"/>
              </a:rPr>
              <a:t>parts used</a:t>
            </a:r>
            <a:r>
              <a:rPr lang="en-US" b="0" i="0" dirty="0">
                <a:effectLst/>
                <a:latin typeface="Segoe WPC"/>
              </a:rPr>
              <a:t> during service</a:t>
            </a:r>
            <a:br>
              <a:rPr lang="en-US" b="0" i="0" dirty="0">
                <a:effectLst/>
                <a:latin typeface="Segoe WPC"/>
              </a:rPr>
            </a:br>
            <a:endParaRPr lang="en-US" b="1" i="0" dirty="0">
              <a:effectLst/>
              <a:latin typeface="Segoe WPC"/>
            </a:endParaRPr>
          </a:p>
          <a:p>
            <a:pPr algn="l">
              <a:spcAft>
                <a:spcPts val="1200"/>
              </a:spcAft>
              <a:buNone/>
            </a:pPr>
            <a:r>
              <a:rPr lang="en-US" b="1" i="0" dirty="0" err="1">
                <a:effectLst/>
                <a:latin typeface="Segoe WPC"/>
              </a:rPr>
              <a:t>ServiceManager</a:t>
            </a:r>
            <a:r>
              <a:rPr lang="en-US" b="1" i="0" dirty="0">
                <a:effectLst/>
                <a:latin typeface="Segoe WPC"/>
              </a:rPr>
              <a:t> Features</a:t>
            </a:r>
            <a:endParaRPr lang="en-US" b="0" i="0" dirty="0">
              <a:effectLst/>
              <a:latin typeface="Segoe WPC"/>
            </a:endParaRPr>
          </a:p>
          <a:p>
            <a:pPr algn="l">
              <a:buFont typeface="Arial" panose="020B0604020202020204" pitchFamily="34" charset="0"/>
              <a:buChar char="•"/>
            </a:pPr>
            <a:r>
              <a:rPr lang="en-US" b="0" i="0" dirty="0">
                <a:effectLst/>
                <a:latin typeface="Segoe WPC"/>
              </a:rPr>
              <a:t>Review and </a:t>
            </a:r>
            <a:r>
              <a:rPr lang="en-US" b="1" i="0" dirty="0">
                <a:effectLst/>
                <a:latin typeface="Segoe WPC"/>
              </a:rPr>
              <a:t>assign technicians</a:t>
            </a:r>
            <a:r>
              <a:rPr lang="en-US" b="0" i="0" dirty="0">
                <a:effectLst/>
                <a:latin typeface="Segoe WPC"/>
              </a:rPr>
              <a:t> to service requests</a:t>
            </a:r>
          </a:p>
          <a:p>
            <a:pPr algn="l">
              <a:buFont typeface="Arial" panose="020B0604020202020204" pitchFamily="34" charset="0"/>
              <a:buChar char="•"/>
            </a:pPr>
            <a:r>
              <a:rPr lang="en-US" b="1" i="0" dirty="0">
                <a:effectLst/>
                <a:latin typeface="Segoe WPC"/>
              </a:rPr>
              <a:t>Generate bills</a:t>
            </a:r>
            <a:r>
              <a:rPr lang="en-US" b="0" i="0" dirty="0">
                <a:effectLst/>
                <a:latin typeface="Segoe WPC"/>
              </a:rPr>
              <a:t> with tax/discount calculations</a:t>
            </a:r>
          </a:p>
          <a:p>
            <a:pPr algn="l">
              <a:buFont typeface="Arial" panose="020B0604020202020204" pitchFamily="34" charset="0"/>
              <a:buChar char="•"/>
            </a:pPr>
            <a:r>
              <a:rPr lang="en-US" b="0" i="0" dirty="0">
                <a:effectLst/>
                <a:latin typeface="Segoe WPC"/>
              </a:rPr>
              <a:t>Access </a:t>
            </a:r>
            <a:r>
              <a:rPr lang="en-US" b="1" i="0" dirty="0">
                <a:effectLst/>
                <a:latin typeface="Segoe WPC"/>
              </a:rPr>
              <a:t>reports dashboard</a:t>
            </a:r>
            <a:r>
              <a:rPr lang="en-US" b="0" i="0" dirty="0">
                <a:effectLst/>
                <a:latin typeface="Segoe WPC"/>
              </a:rPr>
              <a:t> and revenue summaries</a:t>
            </a:r>
          </a:p>
          <a:p>
            <a:pPr algn="l">
              <a:buFont typeface="Arial" panose="020B0604020202020204" pitchFamily="34" charset="0"/>
              <a:buChar char="•"/>
            </a:pPr>
            <a:r>
              <a:rPr lang="en-US" b="0" i="0" dirty="0">
                <a:effectLst/>
                <a:latin typeface="Segoe WPC"/>
              </a:rPr>
              <a:t>Manage </a:t>
            </a:r>
            <a:r>
              <a:rPr lang="en-US" b="1" i="0" dirty="0">
                <a:effectLst/>
                <a:latin typeface="Segoe WPC"/>
              </a:rPr>
              <a:t>parts inventory</a:t>
            </a:r>
            <a:r>
              <a:rPr lang="en-US" b="0" i="0" dirty="0">
                <a:effectLst/>
                <a:latin typeface="Segoe WPC"/>
              </a:rPr>
              <a:t> and stock orders</a:t>
            </a:r>
          </a:p>
          <a:p>
            <a:pPr algn="l">
              <a:spcAft>
                <a:spcPts val="1200"/>
              </a:spcAft>
              <a:buNone/>
            </a:pPr>
            <a:endParaRPr lang="en-US" b="1" i="0" dirty="0">
              <a:effectLst/>
              <a:latin typeface="Segoe WPC"/>
            </a:endParaRPr>
          </a:p>
        </p:txBody>
      </p:sp>
      <p:sp>
        <p:nvSpPr>
          <p:cNvPr id="5" name="TextBox 4">
            <a:extLst>
              <a:ext uri="{FF2B5EF4-FFF2-40B4-BE49-F238E27FC236}">
                <a16:creationId xmlns:a16="http://schemas.microsoft.com/office/drawing/2014/main" id="{D64EA368-A929-BC40-6C81-B0495BF473E8}"/>
              </a:ext>
            </a:extLst>
          </p:cNvPr>
          <p:cNvSpPr txBox="1"/>
          <p:nvPr/>
        </p:nvSpPr>
        <p:spPr>
          <a:xfrm>
            <a:off x="7433550" y="934465"/>
            <a:ext cx="4564775" cy="5539978"/>
          </a:xfrm>
          <a:prstGeom prst="rect">
            <a:avLst/>
          </a:prstGeom>
          <a:noFill/>
        </p:spPr>
        <p:txBody>
          <a:bodyPr wrap="square">
            <a:spAutoFit/>
          </a:bodyPr>
          <a:lstStyle/>
          <a:p>
            <a:pPr algn="l">
              <a:spcAft>
                <a:spcPts val="1200"/>
              </a:spcAft>
              <a:buNone/>
            </a:pPr>
            <a:r>
              <a:rPr lang="en-US" b="1" i="0" dirty="0">
                <a:effectLst/>
                <a:latin typeface="Segoe WPC"/>
              </a:rPr>
              <a:t>Admin Features</a:t>
            </a:r>
            <a:endParaRPr lang="en-US" b="0" i="0" dirty="0">
              <a:effectLst/>
              <a:latin typeface="Segoe WPC"/>
            </a:endParaRPr>
          </a:p>
          <a:p>
            <a:pPr algn="l">
              <a:buFont typeface="Arial" panose="020B0604020202020204" pitchFamily="34" charset="0"/>
              <a:buChar char="•"/>
            </a:pPr>
            <a:r>
              <a:rPr lang="en-US" b="0" i="0" dirty="0">
                <a:effectLst/>
                <a:latin typeface="Segoe WPC"/>
              </a:rPr>
              <a:t>Manage </a:t>
            </a:r>
            <a:r>
              <a:rPr lang="en-US" b="1" i="0" dirty="0">
                <a:effectLst/>
                <a:latin typeface="Segoe WPC"/>
              </a:rPr>
              <a:t>service categories</a:t>
            </a:r>
            <a:r>
              <a:rPr lang="en-US" b="0" i="0" dirty="0">
                <a:effectLst/>
                <a:latin typeface="Segoe WPC"/>
              </a:rPr>
              <a:t> and pricing rules</a:t>
            </a:r>
          </a:p>
          <a:p>
            <a:pPr algn="l">
              <a:buFont typeface="Arial" panose="020B0604020202020204" pitchFamily="34" charset="0"/>
              <a:buChar char="•"/>
            </a:pPr>
            <a:r>
              <a:rPr lang="en-US" b="0" i="0" dirty="0">
                <a:effectLst/>
                <a:latin typeface="Segoe WPC"/>
              </a:rPr>
              <a:t>View and manage </a:t>
            </a:r>
            <a:r>
              <a:rPr lang="en-US" b="1" i="0" dirty="0">
                <a:effectLst/>
                <a:latin typeface="Segoe WPC"/>
              </a:rPr>
              <a:t>all users</a:t>
            </a:r>
            <a:r>
              <a:rPr lang="en-US" b="0" i="0" dirty="0">
                <a:effectLst/>
                <a:latin typeface="Segoe WPC"/>
              </a:rPr>
              <a:t> and pending approvals</a:t>
            </a:r>
          </a:p>
          <a:p>
            <a:pPr algn="l">
              <a:buFont typeface="Arial" panose="020B0604020202020204" pitchFamily="34" charset="0"/>
              <a:buChar char="•"/>
            </a:pPr>
            <a:r>
              <a:rPr lang="en-US" b="0" i="0" dirty="0">
                <a:effectLst/>
                <a:latin typeface="Segoe WPC"/>
              </a:rPr>
              <a:t>Admin </a:t>
            </a:r>
            <a:r>
              <a:rPr lang="en-US" b="1" i="0" dirty="0">
                <a:effectLst/>
                <a:latin typeface="Segoe WPC"/>
              </a:rPr>
              <a:t>dashboard</a:t>
            </a:r>
            <a:r>
              <a:rPr lang="en-US" b="0" i="0" dirty="0">
                <a:effectLst/>
                <a:latin typeface="Segoe WPC"/>
              </a:rPr>
              <a:t> for system monitoring</a:t>
            </a:r>
            <a:br>
              <a:rPr lang="en-US" b="0" i="0" dirty="0">
                <a:effectLst/>
                <a:latin typeface="Segoe WPC"/>
              </a:rPr>
            </a:br>
            <a:endParaRPr lang="en-US" b="1" i="0" dirty="0">
              <a:effectLst/>
              <a:latin typeface="Segoe WPC"/>
            </a:endParaRPr>
          </a:p>
          <a:p>
            <a:pPr algn="l">
              <a:spcAft>
                <a:spcPts val="1200"/>
              </a:spcAft>
              <a:buNone/>
            </a:pPr>
            <a:r>
              <a:rPr lang="en-US" b="1" i="0" dirty="0">
                <a:effectLst/>
                <a:latin typeface="Segoe WPC"/>
              </a:rPr>
              <a:t>Backend &amp; Processing</a:t>
            </a:r>
            <a:endParaRPr lang="en-US" b="0" i="0" dirty="0">
              <a:effectLst/>
              <a:latin typeface="Segoe WPC"/>
            </a:endParaRPr>
          </a:p>
          <a:p>
            <a:pPr algn="l">
              <a:buFont typeface="Arial" panose="020B0604020202020204" pitchFamily="34" charset="0"/>
              <a:buChar char="•"/>
            </a:pPr>
            <a:r>
              <a:rPr lang="en-US" b="0" i="0" dirty="0">
                <a:effectLst/>
                <a:latin typeface="Segoe WPC"/>
              </a:rPr>
              <a:t>RESTful APIs using </a:t>
            </a:r>
            <a:r>
              <a:rPr lang="en-US" b="1" i="0" dirty="0">
                <a:effectLst/>
                <a:latin typeface="Segoe WPC"/>
              </a:rPr>
              <a:t>ASP.NET Core Web API</a:t>
            </a:r>
            <a:endParaRPr lang="en-US" b="0" i="0" dirty="0">
              <a:effectLst/>
              <a:latin typeface="Segoe WPC"/>
            </a:endParaRPr>
          </a:p>
          <a:p>
            <a:pPr algn="l">
              <a:buFont typeface="Arial" panose="020B0604020202020204" pitchFamily="34" charset="0"/>
              <a:buChar char="•"/>
            </a:pPr>
            <a:r>
              <a:rPr lang="en-US" b="0" i="0" dirty="0">
                <a:effectLst/>
                <a:latin typeface="Segoe WPC"/>
              </a:rPr>
              <a:t>Controllers for </a:t>
            </a:r>
            <a:r>
              <a:rPr lang="en-US" b="1" i="0" dirty="0">
                <a:effectLst/>
                <a:latin typeface="Segoe WPC"/>
              </a:rPr>
              <a:t>Auth, Services, Billing, Payments, Reports</a:t>
            </a:r>
            <a:r>
              <a:rPr lang="en-US" b="0" i="0" dirty="0">
                <a:effectLst/>
                <a:latin typeface="Segoe WPC"/>
              </a:rPr>
              <a:t>, and Admin</a:t>
            </a:r>
          </a:p>
          <a:p>
            <a:pPr algn="l">
              <a:buFont typeface="Arial" panose="020B0604020202020204" pitchFamily="34" charset="0"/>
              <a:buChar char="•"/>
            </a:pPr>
            <a:r>
              <a:rPr lang="en-US" b="0" i="0" dirty="0">
                <a:effectLst/>
                <a:latin typeface="Segoe WPC"/>
              </a:rPr>
              <a:t>Business logic implemented using </a:t>
            </a:r>
            <a:r>
              <a:rPr lang="en-US" b="1" i="0" dirty="0">
                <a:effectLst/>
                <a:latin typeface="Segoe WPC"/>
              </a:rPr>
              <a:t>LINQ</a:t>
            </a:r>
            <a:br>
              <a:rPr lang="en-US" dirty="0">
                <a:latin typeface="Segoe WPC"/>
              </a:rPr>
            </a:br>
            <a:endParaRPr lang="en-US" b="1" i="0" dirty="0">
              <a:effectLst/>
              <a:latin typeface="Segoe WPC"/>
            </a:endParaRPr>
          </a:p>
          <a:p>
            <a:pPr algn="l">
              <a:spcAft>
                <a:spcPts val="1200"/>
              </a:spcAft>
              <a:buNone/>
            </a:pPr>
            <a:r>
              <a:rPr lang="en-US" b="1" i="0" dirty="0">
                <a:effectLst/>
                <a:latin typeface="Segoe WPC"/>
              </a:rPr>
              <a:t>Data &amp; Security</a:t>
            </a:r>
            <a:endParaRPr lang="en-US" b="0" i="0" dirty="0">
              <a:effectLst/>
              <a:latin typeface="Segoe WPC"/>
            </a:endParaRPr>
          </a:p>
          <a:p>
            <a:pPr algn="l">
              <a:buFont typeface="Arial" panose="020B0604020202020204" pitchFamily="34" charset="0"/>
              <a:buChar char="•"/>
            </a:pPr>
            <a:r>
              <a:rPr lang="en-US" b="0" i="0" dirty="0">
                <a:effectLst/>
                <a:latin typeface="Segoe WPC"/>
              </a:rPr>
              <a:t>Secure data storage using </a:t>
            </a:r>
            <a:r>
              <a:rPr lang="en-US" b="1" i="0" dirty="0">
                <a:effectLst/>
                <a:latin typeface="Segoe WPC"/>
              </a:rPr>
              <a:t>SQL Server</a:t>
            </a:r>
            <a:endParaRPr lang="en-US" b="0" i="0" dirty="0">
              <a:effectLst/>
              <a:latin typeface="Segoe WPC"/>
            </a:endParaRPr>
          </a:p>
          <a:p>
            <a:pPr algn="l">
              <a:buFont typeface="Arial" panose="020B0604020202020204" pitchFamily="34" charset="0"/>
              <a:buChar char="•"/>
            </a:pPr>
            <a:r>
              <a:rPr lang="en-US" b="0" i="0" dirty="0">
                <a:effectLst/>
                <a:latin typeface="Segoe WPC"/>
              </a:rPr>
              <a:t>ORM handled via </a:t>
            </a:r>
            <a:r>
              <a:rPr lang="en-US" b="1" i="0" dirty="0">
                <a:effectLst/>
                <a:latin typeface="Segoe WPC"/>
              </a:rPr>
              <a:t>Entity Framework Core</a:t>
            </a:r>
            <a:endParaRPr lang="en-US" b="0" i="0" dirty="0">
              <a:effectLst/>
              <a:latin typeface="Segoe WPC"/>
            </a:endParaRPr>
          </a:p>
          <a:p>
            <a:pPr algn="l">
              <a:buFont typeface="Arial" panose="020B0604020202020204" pitchFamily="34" charset="0"/>
              <a:buChar char="•"/>
            </a:pPr>
            <a:r>
              <a:rPr lang="en-US" b="0" i="0" dirty="0">
                <a:effectLst/>
                <a:latin typeface="Segoe WPC"/>
              </a:rPr>
              <a:t>API documentation with </a:t>
            </a:r>
            <a:r>
              <a:rPr lang="en-US" b="1" i="0" dirty="0">
                <a:effectLst/>
                <a:latin typeface="Segoe WPC"/>
              </a:rPr>
              <a:t>Swagger</a:t>
            </a:r>
            <a:endParaRPr lang="en-US" b="0" i="0" dirty="0">
              <a:effectLst/>
              <a:latin typeface="Segoe WPC"/>
            </a:endParaRPr>
          </a:p>
        </p:txBody>
      </p:sp>
    </p:spTree>
    <p:extLst>
      <p:ext uri="{BB962C8B-B14F-4D97-AF65-F5344CB8AC3E}">
        <p14:creationId xmlns:p14="http://schemas.microsoft.com/office/powerpoint/2010/main" val="32851843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3273B-3922-D653-AA31-C34A4FEDEB1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E146AB5-E9F2-D9DC-B88B-DA5536167ECB}"/>
              </a:ext>
            </a:extLst>
          </p:cNvPr>
          <p:cNvSpPr>
            <a:spLocks noGrp="1"/>
          </p:cNvSpPr>
          <p:nvPr>
            <p:ph type="title"/>
          </p:nvPr>
        </p:nvSpPr>
        <p:spPr>
          <a:xfrm>
            <a:off x="465138" y="386203"/>
            <a:ext cx="11533187" cy="410369"/>
          </a:xfrm>
        </p:spPr>
        <p:txBody>
          <a:bodyPr/>
          <a:lstStyle/>
          <a:p>
            <a:r>
              <a:rPr lang="en-IN" b="1" dirty="0"/>
              <a:t>Technology Stack</a:t>
            </a:r>
          </a:p>
        </p:txBody>
      </p:sp>
      <p:sp>
        <p:nvSpPr>
          <p:cNvPr id="8" name="Text 0">
            <a:extLst>
              <a:ext uri="{FF2B5EF4-FFF2-40B4-BE49-F238E27FC236}">
                <a16:creationId xmlns:a16="http://schemas.microsoft.com/office/drawing/2014/main" id="{E72FF6D6-934C-89BF-C400-E28538282E0B}"/>
              </a:ext>
            </a:extLst>
          </p:cNvPr>
          <p:cNvSpPr/>
          <p:nvPr/>
        </p:nvSpPr>
        <p:spPr>
          <a:xfrm>
            <a:off x="609599" y="1249661"/>
            <a:ext cx="5626743" cy="2080976"/>
          </a:xfrm>
          <a:prstGeom prst="rect">
            <a:avLst/>
          </a:prstGeom>
          <a:solidFill>
            <a:schemeClr val="tx2">
              <a:lumMod val="75000"/>
            </a:schemeClr>
          </a:solidFill>
          <a:ln/>
          <a:effectLst>
            <a:outerShdw blurRad="76200" dist="38100" dir="5400000" algn="bl" rotWithShape="0">
              <a:srgbClr val="000000">
                <a:alpha val="20000"/>
              </a:srgbClr>
            </a:outerShdw>
          </a:effectLst>
        </p:spPr>
        <p:txBody>
          <a:bodyPr wrap="none" lIns="0" tIns="0" rIns="0" bIns="0" rtlCol="0" anchor="ctr">
            <a:normAutofit/>
          </a:bodyPr>
          <a:lstStyle/>
          <a:p>
            <a:pPr marL="0" indent="0">
              <a:buNone/>
            </a:pPr>
            <a:endParaRPr lang="en-US" sz="2000" dirty="0">
              <a:solidFill>
                <a:schemeClr val="bg1"/>
              </a:solidFill>
            </a:endParaRPr>
          </a:p>
        </p:txBody>
      </p:sp>
      <p:sp>
        <p:nvSpPr>
          <p:cNvPr id="9" name="Text 1">
            <a:extLst>
              <a:ext uri="{FF2B5EF4-FFF2-40B4-BE49-F238E27FC236}">
                <a16:creationId xmlns:a16="http://schemas.microsoft.com/office/drawing/2014/main" id="{B967C3EB-CEC7-DEB7-15C7-918FE74EF72D}"/>
              </a:ext>
            </a:extLst>
          </p:cNvPr>
          <p:cNvSpPr/>
          <p:nvPr/>
        </p:nvSpPr>
        <p:spPr>
          <a:xfrm>
            <a:off x="6491948" y="1249661"/>
            <a:ext cx="5626743" cy="2080976"/>
          </a:xfrm>
          <a:prstGeom prst="rect">
            <a:avLst/>
          </a:prstGeom>
          <a:solidFill>
            <a:schemeClr val="tx2">
              <a:lumMod val="75000"/>
            </a:schemeClr>
          </a:solidFill>
          <a:ln/>
          <a:effectLst>
            <a:outerShdw blurRad="76200" dist="38100" dir="5400000" algn="bl" rotWithShape="0">
              <a:srgbClr val="000000">
                <a:alpha val="20000"/>
              </a:srgbClr>
            </a:outerShdw>
          </a:effectLst>
        </p:spPr>
        <p:txBody>
          <a:bodyPr wrap="none" lIns="0" tIns="0" rIns="0" bIns="0" rtlCol="0" anchor="ctr">
            <a:normAutofit/>
          </a:bodyPr>
          <a:lstStyle/>
          <a:p>
            <a:pPr marL="0" indent="0">
              <a:buNone/>
            </a:pPr>
            <a:endParaRPr lang="en-US" sz="2000" dirty="0">
              <a:solidFill>
                <a:schemeClr val="bg1"/>
              </a:solidFill>
            </a:endParaRPr>
          </a:p>
        </p:txBody>
      </p:sp>
      <p:sp>
        <p:nvSpPr>
          <p:cNvPr id="10" name="Text 2">
            <a:extLst>
              <a:ext uri="{FF2B5EF4-FFF2-40B4-BE49-F238E27FC236}">
                <a16:creationId xmlns:a16="http://schemas.microsoft.com/office/drawing/2014/main" id="{E6DBC27C-FFB2-A109-B3A2-F991289B2843}"/>
              </a:ext>
            </a:extLst>
          </p:cNvPr>
          <p:cNvSpPr/>
          <p:nvPr/>
        </p:nvSpPr>
        <p:spPr>
          <a:xfrm>
            <a:off x="609599" y="3694792"/>
            <a:ext cx="5626743" cy="2080976"/>
          </a:xfrm>
          <a:prstGeom prst="rect">
            <a:avLst/>
          </a:prstGeom>
          <a:solidFill>
            <a:schemeClr val="tx2">
              <a:lumMod val="75000"/>
            </a:schemeClr>
          </a:solidFill>
          <a:ln/>
          <a:effectLst>
            <a:outerShdw blurRad="76200" dist="38100" dir="5400000" algn="bl" rotWithShape="0">
              <a:srgbClr val="000000">
                <a:alpha val="20000"/>
              </a:srgbClr>
            </a:outerShdw>
          </a:effectLst>
        </p:spPr>
        <p:txBody>
          <a:bodyPr wrap="none" lIns="0" tIns="0" rIns="0" bIns="0" rtlCol="0" anchor="ctr">
            <a:normAutofit/>
          </a:bodyPr>
          <a:lstStyle/>
          <a:p>
            <a:pPr marL="0" indent="0">
              <a:buNone/>
            </a:pPr>
            <a:endParaRPr lang="en-US" sz="2000" dirty="0">
              <a:solidFill>
                <a:schemeClr val="bg1"/>
              </a:solidFill>
            </a:endParaRPr>
          </a:p>
        </p:txBody>
      </p:sp>
      <p:sp>
        <p:nvSpPr>
          <p:cNvPr id="11" name="Text 3">
            <a:extLst>
              <a:ext uri="{FF2B5EF4-FFF2-40B4-BE49-F238E27FC236}">
                <a16:creationId xmlns:a16="http://schemas.microsoft.com/office/drawing/2014/main" id="{5F5193E1-5D95-D627-B5C6-9F24E5FB9E1E}"/>
              </a:ext>
            </a:extLst>
          </p:cNvPr>
          <p:cNvSpPr/>
          <p:nvPr/>
        </p:nvSpPr>
        <p:spPr>
          <a:xfrm>
            <a:off x="6491948" y="3694792"/>
            <a:ext cx="5626743" cy="2080976"/>
          </a:xfrm>
          <a:prstGeom prst="rect">
            <a:avLst/>
          </a:prstGeom>
          <a:solidFill>
            <a:schemeClr val="tx2">
              <a:lumMod val="75000"/>
            </a:schemeClr>
          </a:solidFill>
          <a:ln/>
          <a:effectLst>
            <a:outerShdw blurRad="76200" dist="38100" dir="5400000" algn="bl" rotWithShape="0">
              <a:srgbClr val="000000">
                <a:alpha val="20000"/>
              </a:srgbClr>
            </a:outerShdw>
          </a:effectLst>
        </p:spPr>
        <p:txBody>
          <a:bodyPr wrap="none" lIns="0" tIns="0" rIns="0" bIns="0" rtlCol="0" anchor="ctr">
            <a:normAutofit/>
          </a:bodyPr>
          <a:lstStyle/>
          <a:p>
            <a:pPr marL="0" indent="0">
              <a:buNone/>
            </a:pPr>
            <a:endParaRPr lang="en-US" sz="2000" dirty="0">
              <a:solidFill>
                <a:schemeClr val="bg1"/>
              </a:solidFill>
            </a:endParaRPr>
          </a:p>
        </p:txBody>
      </p:sp>
      <p:sp>
        <p:nvSpPr>
          <p:cNvPr id="12" name="Text 5">
            <a:extLst>
              <a:ext uri="{FF2B5EF4-FFF2-40B4-BE49-F238E27FC236}">
                <a16:creationId xmlns:a16="http://schemas.microsoft.com/office/drawing/2014/main" id="{5D378472-B8A9-5979-B678-E7E50B00B31F}"/>
              </a:ext>
            </a:extLst>
          </p:cNvPr>
          <p:cNvSpPr/>
          <p:nvPr/>
        </p:nvSpPr>
        <p:spPr>
          <a:xfrm>
            <a:off x="838199" y="1478261"/>
            <a:ext cx="5057383" cy="538863"/>
          </a:xfrm>
          <a:prstGeom prst="rect">
            <a:avLst/>
          </a:prstGeom>
          <a:solidFill>
            <a:schemeClr val="tx2">
              <a:lumMod val="75000"/>
            </a:schemeClr>
          </a:solidFill>
          <a:ln/>
        </p:spPr>
        <p:txBody>
          <a:bodyPr wrap="square" lIns="0" tIns="0" rIns="0" bIns="0" rtlCol="0" anchor="t"/>
          <a:lstStyle/>
          <a:p>
            <a:pPr marL="0" indent="0">
              <a:lnSpc>
                <a:spcPts val="2160"/>
              </a:lnSpc>
              <a:buNone/>
            </a:pPr>
            <a:r>
              <a:rPr lang="en-US" sz="2000" b="1" dirty="0">
                <a:solidFill>
                  <a:schemeClr val="bg1"/>
                </a:solidFill>
                <a:ea typeface="Arial" pitchFamily="34" charset="-122"/>
                <a:cs typeface="Arial" pitchFamily="34" charset="-120"/>
              </a:rPr>
              <a:t>Backend</a:t>
            </a:r>
          </a:p>
          <a:p>
            <a:pPr marL="0" indent="0">
              <a:lnSpc>
                <a:spcPts val="2160"/>
              </a:lnSpc>
              <a:buNone/>
            </a:pPr>
            <a:endParaRPr lang="en-US" sz="2000" dirty="0">
              <a:solidFill>
                <a:schemeClr val="bg1"/>
              </a:solidFill>
            </a:endParaRPr>
          </a:p>
        </p:txBody>
      </p:sp>
      <p:sp>
        <p:nvSpPr>
          <p:cNvPr id="13" name="Text 6">
            <a:extLst>
              <a:ext uri="{FF2B5EF4-FFF2-40B4-BE49-F238E27FC236}">
                <a16:creationId xmlns:a16="http://schemas.microsoft.com/office/drawing/2014/main" id="{EB24A923-46DC-7CF3-D671-A892238EB879}"/>
              </a:ext>
            </a:extLst>
          </p:cNvPr>
          <p:cNvSpPr/>
          <p:nvPr/>
        </p:nvSpPr>
        <p:spPr>
          <a:xfrm>
            <a:off x="838199" y="1818328"/>
            <a:ext cx="5057383" cy="1221492"/>
          </a:xfrm>
          <a:prstGeom prst="rect">
            <a:avLst/>
          </a:prstGeom>
          <a:solidFill>
            <a:schemeClr val="tx2">
              <a:lumMod val="75000"/>
            </a:schemeClr>
          </a:solidFill>
          <a:ln/>
        </p:spPr>
        <p:txBody>
          <a:bodyPr wrap="square" lIns="0" tIns="0" rIns="0" bIns="0" rtlCol="0" anchor="t"/>
          <a:lstStyle/>
          <a:p>
            <a:pPr>
              <a:lnSpc>
                <a:spcPct val="150000"/>
              </a:lnSpc>
            </a:pPr>
            <a:r>
              <a:rPr lang="en-US" dirty="0">
                <a:solidFill>
                  <a:schemeClr val="bg1"/>
                </a:solidFill>
              </a:rPr>
              <a:t>ASP.NET Core 9 Web API, Entity Framework Core, Repository + Unit of Work Pattern, JWT Bearer Authentication, </a:t>
            </a:r>
            <a:r>
              <a:rPr lang="en-US" dirty="0" err="1">
                <a:solidFill>
                  <a:schemeClr val="bg1"/>
                </a:solidFill>
              </a:rPr>
              <a:t>AutoMapper</a:t>
            </a:r>
            <a:r>
              <a:rPr lang="en-US" dirty="0">
                <a:solidFill>
                  <a:schemeClr val="bg1"/>
                </a:solidFill>
              </a:rPr>
              <a:t>, LINQ Queries</a:t>
            </a:r>
            <a:endParaRPr lang="en-US" sz="2000" dirty="0">
              <a:solidFill>
                <a:schemeClr val="bg1"/>
              </a:solidFill>
            </a:endParaRPr>
          </a:p>
        </p:txBody>
      </p:sp>
      <p:sp>
        <p:nvSpPr>
          <p:cNvPr id="14" name="Text 7">
            <a:extLst>
              <a:ext uri="{FF2B5EF4-FFF2-40B4-BE49-F238E27FC236}">
                <a16:creationId xmlns:a16="http://schemas.microsoft.com/office/drawing/2014/main" id="{F77B41F2-3993-C005-E8E9-FB7C5A39B61E}"/>
              </a:ext>
            </a:extLst>
          </p:cNvPr>
          <p:cNvSpPr/>
          <p:nvPr/>
        </p:nvSpPr>
        <p:spPr>
          <a:xfrm>
            <a:off x="6720548" y="1478261"/>
            <a:ext cx="5057383" cy="538863"/>
          </a:xfrm>
          <a:prstGeom prst="rect">
            <a:avLst/>
          </a:prstGeom>
          <a:solidFill>
            <a:schemeClr val="tx2">
              <a:lumMod val="75000"/>
            </a:schemeClr>
          </a:solidFill>
          <a:ln/>
        </p:spPr>
        <p:txBody>
          <a:bodyPr wrap="square" lIns="0" tIns="0" rIns="0" bIns="0" rtlCol="0" anchor="t"/>
          <a:lstStyle/>
          <a:p>
            <a:pPr marL="0" indent="0">
              <a:lnSpc>
                <a:spcPts val="2160"/>
              </a:lnSpc>
              <a:buNone/>
            </a:pPr>
            <a:r>
              <a:rPr lang="en-US" sz="2000" b="1" dirty="0">
                <a:solidFill>
                  <a:schemeClr val="bg1"/>
                </a:solidFill>
                <a:ea typeface="Arial" pitchFamily="34" charset="-122"/>
                <a:cs typeface="Arial" pitchFamily="34" charset="-120"/>
              </a:rPr>
              <a:t>Frontend</a:t>
            </a:r>
            <a:endParaRPr lang="en-US" sz="2000" dirty="0">
              <a:solidFill>
                <a:schemeClr val="bg1"/>
              </a:solidFill>
            </a:endParaRPr>
          </a:p>
        </p:txBody>
      </p:sp>
      <p:sp>
        <p:nvSpPr>
          <p:cNvPr id="15" name="Text 8">
            <a:extLst>
              <a:ext uri="{FF2B5EF4-FFF2-40B4-BE49-F238E27FC236}">
                <a16:creationId xmlns:a16="http://schemas.microsoft.com/office/drawing/2014/main" id="{27624750-5CFC-DA10-D3F7-87774376A717}"/>
              </a:ext>
            </a:extLst>
          </p:cNvPr>
          <p:cNvSpPr/>
          <p:nvPr/>
        </p:nvSpPr>
        <p:spPr>
          <a:xfrm>
            <a:off x="6720548" y="1826566"/>
            <a:ext cx="5057383" cy="1410620"/>
          </a:xfrm>
          <a:prstGeom prst="rect">
            <a:avLst/>
          </a:prstGeom>
          <a:solidFill>
            <a:schemeClr val="tx2">
              <a:lumMod val="75000"/>
            </a:schemeClr>
          </a:solidFill>
          <a:ln/>
        </p:spPr>
        <p:txBody>
          <a:bodyPr wrap="square" lIns="0" tIns="0" rIns="0" bIns="0" rtlCol="0" anchor="t"/>
          <a:lstStyle/>
          <a:p>
            <a:pPr marL="0" indent="0">
              <a:lnSpc>
                <a:spcPct val="150000"/>
              </a:lnSpc>
              <a:buNone/>
            </a:pPr>
            <a:r>
              <a:rPr lang="en-US" sz="2000" dirty="0">
                <a:solidFill>
                  <a:schemeClr val="bg1"/>
                </a:solidFill>
                <a:ea typeface="Arial" pitchFamily="34" charset="-122"/>
                <a:cs typeface="Arial" pitchFamily="34" charset="-120"/>
              </a:rPr>
              <a:t>Angular 17+, TypeScript, Reactive Forms, Angular Material, </a:t>
            </a:r>
            <a:r>
              <a:rPr lang="en-US" sz="2000" dirty="0" err="1">
                <a:solidFill>
                  <a:schemeClr val="bg1"/>
                </a:solidFill>
                <a:ea typeface="Arial" pitchFamily="34" charset="-122"/>
                <a:cs typeface="Arial" pitchFamily="34" charset="-120"/>
              </a:rPr>
              <a:t>RxJS</a:t>
            </a:r>
            <a:r>
              <a:rPr lang="en-US" sz="2000" dirty="0">
                <a:solidFill>
                  <a:schemeClr val="bg1"/>
                </a:solidFill>
                <a:ea typeface="Arial" pitchFamily="34" charset="-122"/>
                <a:cs typeface="Arial" pitchFamily="34" charset="-120"/>
              </a:rPr>
              <a:t>, HTTP Interceptors, Route Guards</a:t>
            </a:r>
            <a:endParaRPr lang="en-US" sz="2000" dirty="0">
              <a:solidFill>
                <a:schemeClr val="bg1"/>
              </a:solidFill>
            </a:endParaRPr>
          </a:p>
        </p:txBody>
      </p:sp>
      <p:sp>
        <p:nvSpPr>
          <p:cNvPr id="16" name="Text 9">
            <a:extLst>
              <a:ext uri="{FF2B5EF4-FFF2-40B4-BE49-F238E27FC236}">
                <a16:creationId xmlns:a16="http://schemas.microsoft.com/office/drawing/2014/main" id="{467D5FB6-92D7-F8B0-9A81-4B92ACD0C286}"/>
              </a:ext>
            </a:extLst>
          </p:cNvPr>
          <p:cNvSpPr/>
          <p:nvPr/>
        </p:nvSpPr>
        <p:spPr>
          <a:xfrm>
            <a:off x="838199" y="3923392"/>
            <a:ext cx="5057383" cy="538863"/>
          </a:xfrm>
          <a:prstGeom prst="rect">
            <a:avLst/>
          </a:prstGeom>
          <a:solidFill>
            <a:schemeClr val="tx2">
              <a:lumMod val="75000"/>
            </a:schemeClr>
          </a:solidFill>
          <a:ln/>
        </p:spPr>
        <p:txBody>
          <a:bodyPr wrap="square" lIns="0" tIns="0" rIns="0" bIns="0" rtlCol="0" anchor="t"/>
          <a:lstStyle/>
          <a:p>
            <a:pPr marL="0" indent="0">
              <a:lnSpc>
                <a:spcPts val="2160"/>
              </a:lnSpc>
              <a:buNone/>
            </a:pPr>
            <a:r>
              <a:rPr lang="en-US" sz="2000" b="1" dirty="0">
                <a:solidFill>
                  <a:schemeClr val="bg1"/>
                </a:solidFill>
                <a:ea typeface="Arial" pitchFamily="34" charset="-122"/>
                <a:cs typeface="Arial" pitchFamily="34" charset="-120"/>
              </a:rPr>
              <a:t>Roles</a:t>
            </a:r>
            <a:endParaRPr lang="en-US" sz="2000" dirty="0">
              <a:solidFill>
                <a:schemeClr val="bg1"/>
              </a:solidFill>
            </a:endParaRPr>
          </a:p>
        </p:txBody>
      </p:sp>
      <p:sp>
        <p:nvSpPr>
          <p:cNvPr id="18" name="Text 11">
            <a:extLst>
              <a:ext uri="{FF2B5EF4-FFF2-40B4-BE49-F238E27FC236}">
                <a16:creationId xmlns:a16="http://schemas.microsoft.com/office/drawing/2014/main" id="{363712F4-0BF8-A94D-62E7-BA77D2DEE8C5}"/>
              </a:ext>
            </a:extLst>
          </p:cNvPr>
          <p:cNvSpPr/>
          <p:nvPr/>
        </p:nvSpPr>
        <p:spPr>
          <a:xfrm>
            <a:off x="6720548" y="3923392"/>
            <a:ext cx="5057383" cy="538863"/>
          </a:xfrm>
          <a:prstGeom prst="rect">
            <a:avLst/>
          </a:prstGeom>
          <a:solidFill>
            <a:schemeClr val="tx2">
              <a:lumMod val="75000"/>
            </a:schemeClr>
          </a:solidFill>
          <a:ln/>
        </p:spPr>
        <p:txBody>
          <a:bodyPr wrap="square" lIns="0" tIns="0" rIns="0" bIns="0" rtlCol="0" anchor="t"/>
          <a:lstStyle/>
          <a:p>
            <a:pPr marL="0" indent="0">
              <a:lnSpc>
                <a:spcPts val="2160"/>
              </a:lnSpc>
              <a:buNone/>
            </a:pPr>
            <a:r>
              <a:rPr lang="en-US" sz="2000" b="1" dirty="0">
                <a:solidFill>
                  <a:schemeClr val="bg1"/>
                </a:solidFill>
                <a:ea typeface="Arial" pitchFamily="34" charset="-122"/>
                <a:cs typeface="Arial" pitchFamily="34" charset="-120"/>
              </a:rPr>
              <a:t>Database</a:t>
            </a:r>
            <a:endParaRPr lang="en-US" sz="2000" dirty="0">
              <a:solidFill>
                <a:schemeClr val="bg1"/>
              </a:solidFill>
            </a:endParaRPr>
          </a:p>
        </p:txBody>
      </p:sp>
      <p:sp>
        <p:nvSpPr>
          <p:cNvPr id="20" name="Text 6">
            <a:extLst>
              <a:ext uri="{FF2B5EF4-FFF2-40B4-BE49-F238E27FC236}">
                <a16:creationId xmlns:a16="http://schemas.microsoft.com/office/drawing/2014/main" id="{1220130E-5EBB-815A-23CB-9204292393EE}"/>
              </a:ext>
            </a:extLst>
          </p:cNvPr>
          <p:cNvSpPr/>
          <p:nvPr/>
        </p:nvSpPr>
        <p:spPr>
          <a:xfrm>
            <a:off x="838198" y="4316122"/>
            <a:ext cx="5057383" cy="1200142"/>
          </a:xfrm>
          <a:prstGeom prst="rect">
            <a:avLst/>
          </a:prstGeom>
          <a:solidFill>
            <a:schemeClr val="tx2">
              <a:lumMod val="75000"/>
            </a:schemeClr>
          </a:solidFill>
          <a:ln/>
        </p:spPr>
        <p:txBody>
          <a:bodyPr wrap="square" lIns="0" tIns="0" rIns="0" bIns="0" rtlCol="0" anchor="t"/>
          <a:lstStyle/>
          <a:p>
            <a:pPr>
              <a:lnSpc>
                <a:spcPct val="150000"/>
              </a:lnSpc>
            </a:pPr>
            <a:r>
              <a:rPr lang="en-US" dirty="0">
                <a:solidFill>
                  <a:schemeClr val="bg1"/>
                </a:solidFill>
              </a:rPr>
              <a:t>4 Roles with granular permissions: Admin (approvals), </a:t>
            </a:r>
            <a:r>
              <a:rPr lang="en-US" dirty="0" err="1">
                <a:solidFill>
                  <a:schemeClr val="bg1"/>
                </a:solidFill>
              </a:rPr>
              <a:t>ServiceManager</a:t>
            </a:r>
            <a:r>
              <a:rPr lang="en-US" dirty="0">
                <a:solidFill>
                  <a:schemeClr val="bg1"/>
                </a:solidFill>
              </a:rPr>
              <a:t> (operations/billing), Technician (tasks), Customer (bookings/payments)</a:t>
            </a:r>
            <a:endParaRPr lang="en-US" sz="2000" dirty="0">
              <a:solidFill>
                <a:schemeClr val="bg1"/>
              </a:solidFill>
            </a:endParaRPr>
          </a:p>
        </p:txBody>
      </p:sp>
      <p:sp>
        <p:nvSpPr>
          <p:cNvPr id="21" name="Text 8">
            <a:extLst>
              <a:ext uri="{FF2B5EF4-FFF2-40B4-BE49-F238E27FC236}">
                <a16:creationId xmlns:a16="http://schemas.microsoft.com/office/drawing/2014/main" id="{987C808B-CE90-C512-260A-DE6FBBB9E4F1}"/>
              </a:ext>
            </a:extLst>
          </p:cNvPr>
          <p:cNvSpPr/>
          <p:nvPr/>
        </p:nvSpPr>
        <p:spPr>
          <a:xfrm>
            <a:off x="6720547" y="4192823"/>
            <a:ext cx="5057383" cy="419158"/>
          </a:xfrm>
          <a:prstGeom prst="rect">
            <a:avLst/>
          </a:prstGeom>
          <a:solidFill>
            <a:schemeClr val="tx2">
              <a:lumMod val="75000"/>
            </a:schemeClr>
          </a:solidFill>
          <a:ln/>
        </p:spPr>
        <p:txBody>
          <a:bodyPr wrap="square" lIns="0" tIns="0" rIns="0" bIns="0" rtlCol="0" anchor="t"/>
          <a:lstStyle/>
          <a:p>
            <a:pPr marL="0" indent="0">
              <a:lnSpc>
                <a:spcPct val="150000"/>
              </a:lnSpc>
              <a:buNone/>
            </a:pPr>
            <a:r>
              <a:rPr lang="en-US" sz="2000" dirty="0">
                <a:solidFill>
                  <a:schemeClr val="bg1"/>
                </a:solidFill>
                <a:ea typeface="Arial" pitchFamily="34" charset="-122"/>
                <a:cs typeface="Arial" pitchFamily="34" charset="-120"/>
              </a:rPr>
              <a:t>SQL Server, EF Core , 15+ Entities, Migrations for schema versioning</a:t>
            </a:r>
            <a:endParaRPr lang="en-US" sz="2000" dirty="0">
              <a:solidFill>
                <a:schemeClr val="bg1"/>
              </a:solidFill>
            </a:endParaRPr>
          </a:p>
        </p:txBody>
      </p:sp>
    </p:spTree>
    <p:extLst>
      <p:ext uri="{BB962C8B-B14F-4D97-AF65-F5344CB8AC3E}">
        <p14:creationId xmlns:p14="http://schemas.microsoft.com/office/powerpoint/2010/main" val="278396556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5D9E6-0D93-95E1-95DD-79BFDCBFE75E}"/>
              </a:ext>
            </a:extLst>
          </p:cNvPr>
          <p:cNvSpPr>
            <a:spLocks noGrp="1"/>
          </p:cNvSpPr>
          <p:nvPr>
            <p:ph type="title"/>
          </p:nvPr>
        </p:nvSpPr>
        <p:spPr/>
        <p:txBody>
          <a:bodyPr/>
          <a:lstStyle/>
          <a:p>
            <a:r>
              <a:rPr lang="en-IN" dirty="0"/>
              <a:t>Database Schema</a:t>
            </a:r>
          </a:p>
        </p:txBody>
      </p:sp>
      <p:sp>
        <p:nvSpPr>
          <p:cNvPr id="3" name="Text Placeholder 2">
            <a:extLst>
              <a:ext uri="{FF2B5EF4-FFF2-40B4-BE49-F238E27FC236}">
                <a16:creationId xmlns:a16="http://schemas.microsoft.com/office/drawing/2014/main" id="{243CCD49-74E0-4CCE-3835-D7F5418D3866}"/>
              </a:ext>
            </a:extLst>
          </p:cNvPr>
          <p:cNvSpPr>
            <a:spLocks noGrp="1"/>
          </p:cNvSpPr>
          <p:nvPr>
            <p:ph type="body" sz="quarter" idx="10"/>
          </p:nvPr>
        </p:nvSpPr>
        <p:spPr/>
        <p:txBody>
          <a:bodyPr/>
          <a:lstStyle/>
          <a:p>
            <a:endParaRPr lang="en-IN" dirty="0"/>
          </a:p>
        </p:txBody>
      </p:sp>
      <p:pic>
        <p:nvPicPr>
          <p:cNvPr id="5" name="Picture 4">
            <a:extLst>
              <a:ext uri="{FF2B5EF4-FFF2-40B4-BE49-F238E27FC236}">
                <a16:creationId xmlns:a16="http://schemas.microsoft.com/office/drawing/2014/main" id="{A2B23299-FBFB-EE0E-F5A3-8D47E1E643AF}"/>
              </a:ext>
            </a:extLst>
          </p:cNvPr>
          <p:cNvPicPr>
            <a:picLocks noChangeAspect="1"/>
          </p:cNvPicPr>
          <p:nvPr/>
        </p:nvPicPr>
        <p:blipFill>
          <a:blip r:embed="rId2"/>
          <a:stretch>
            <a:fillRect/>
          </a:stretch>
        </p:blipFill>
        <p:spPr>
          <a:xfrm>
            <a:off x="465137" y="1118379"/>
            <a:ext cx="11632269" cy="5460222"/>
          </a:xfrm>
          <a:prstGeom prst="rect">
            <a:avLst/>
          </a:prstGeom>
        </p:spPr>
      </p:pic>
    </p:spTree>
    <p:extLst>
      <p:ext uri="{BB962C8B-B14F-4D97-AF65-F5344CB8AC3E}">
        <p14:creationId xmlns:p14="http://schemas.microsoft.com/office/powerpoint/2010/main" val="270950893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ED342-7CA9-C345-BD7C-93BA1DB3ABA4}"/>
              </a:ext>
            </a:extLst>
          </p:cNvPr>
          <p:cNvSpPr>
            <a:spLocks noGrp="1"/>
          </p:cNvSpPr>
          <p:nvPr>
            <p:ph type="title"/>
          </p:nvPr>
        </p:nvSpPr>
        <p:spPr>
          <a:xfrm>
            <a:off x="438150" y="181018"/>
            <a:ext cx="11533187" cy="410369"/>
          </a:xfrm>
        </p:spPr>
        <p:txBody>
          <a:bodyPr/>
          <a:lstStyle/>
          <a:p>
            <a:r>
              <a:rPr lang="en-IN" dirty="0"/>
              <a:t>System Architecture</a:t>
            </a:r>
          </a:p>
        </p:txBody>
      </p:sp>
      <p:sp>
        <p:nvSpPr>
          <p:cNvPr id="3" name="Rectangle 2">
            <a:extLst>
              <a:ext uri="{FF2B5EF4-FFF2-40B4-BE49-F238E27FC236}">
                <a16:creationId xmlns:a16="http://schemas.microsoft.com/office/drawing/2014/main" id="{374B97DB-898A-5248-09FD-9CAF1BA31C0E}"/>
              </a:ext>
            </a:extLst>
          </p:cNvPr>
          <p:cNvSpPr/>
          <p:nvPr/>
        </p:nvSpPr>
        <p:spPr bwMode="auto">
          <a:xfrm>
            <a:off x="740780" y="1169043"/>
            <a:ext cx="11257545" cy="5439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System Architecture Diagram</a:t>
            </a:r>
            <a:endParaRPr lang="en-IN" sz="2400" dirty="0" err="1">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endParaRPr>
          </a:p>
        </p:txBody>
      </p:sp>
      <p:pic>
        <p:nvPicPr>
          <p:cNvPr id="1026" name="Picture 2">
            <a:extLst>
              <a:ext uri="{FF2B5EF4-FFF2-40B4-BE49-F238E27FC236}">
                <a16:creationId xmlns:a16="http://schemas.microsoft.com/office/drawing/2014/main" id="{47D57B2C-E542-1F82-D1FC-A5F7911F63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525" y="802639"/>
            <a:ext cx="11401425" cy="59331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338956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14D17-9F4D-D600-3FCC-182A1DD4E6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2EAA2C-318A-BB39-2769-261F24B10C59}"/>
              </a:ext>
            </a:extLst>
          </p:cNvPr>
          <p:cNvSpPr>
            <a:spLocks noGrp="1"/>
          </p:cNvSpPr>
          <p:nvPr>
            <p:ph type="title"/>
          </p:nvPr>
        </p:nvSpPr>
        <p:spPr>
          <a:xfrm>
            <a:off x="465138" y="567457"/>
            <a:ext cx="11530584" cy="830020"/>
          </a:xfrm>
        </p:spPr>
        <p:txBody>
          <a:bodyPr wrap="square" anchor="ctr">
            <a:normAutofit/>
          </a:bodyPr>
          <a:lstStyle/>
          <a:p>
            <a:r>
              <a:rPr lang="en-US" b="1" dirty="0"/>
              <a:t>Dashboard Screen(Service Manager)</a:t>
            </a:r>
            <a:endParaRPr lang="en-US" dirty="0"/>
          </a:p>
        </p:txBody>
      </p:sp>
      <p:pic>
        <p:nvPicPr>
          <p:cNvPr id="6" name="Picture 5">
            <a:extLst>
              <a:ext uri="{FF2B5EF4-FFF2-40B4-BE49-F238E27FC236}">
                <a16:creationId xmlns:a16="http://schemas.microsoft.com/office/drawing/2014/main" id="{FBE8D3A3-65F8-6648-E2E2-0501A25DB58E}"/>
              </a:ext>
            </a:extLst>
          </p:cNvPr>
          <p:cNvPicPr>
            <a:picLocks noChangeAspect="1"/>
          </p:cNvPicPr>
          <p:nvPr/>
        </p:nvPicPr>
        <p:blipFill>
          <a:blip r:embed="rId2"/>
          <a:stretch>
            <a:fillRect/>
          </a:stretch>
        </p:blipFill>
        <p:spPr>
          <a:xfrm>
            <a:off x="465137" y="1785769"/>
            <a:ext cx="7011427" cy="4776396"/>
          </a:xfrm>
          <a:prstGeom prst="rect">
            <a:avLst/>
          </a:prstGeom>
          <a:noFill/>
        </p:spPr>
      </p:pic>
      <p:sp>
        <p:nvSpPr>
          <p:cNvPr id="11" name="Text Placeholder 3">
            <a:extLst>
              <a:ext uri="{FF2B5EF4-FFF2-40B4-BE49-F238E27FC236}">
                <a16:creationId xmlns:a16="http://schemas.microsoft.com/office/drawing/2014/main" id="{D36DD7E6-5CBF-320F-0AE4-5D2062F74BB6}"/>
              </a:ext>
            </a:extLst>
          </p:cNvPr>
          <p:cNvSpPr>
            <a:spLocks noGrp="1"/>
          </p:cNvSpPr>
          <p:nvPr>
            <p:ph type="body" sz="quarter" idx="4294967295"/>
          </p:nvPr>
        </p:nvSpPr>
        <p:spPr>
          <a:xfrm>
            <a:off x="8347934" y="1785769"/>
            <a:ext cx="3647788" cy="4241400"/>
          </a:xfrm>
        </p:spPr>
        <p:txBody>
          <a:bodyPr anchor="t">
            <a:normAutofit/>
          </a:bodyPr>
          <a:lstStyle/>
          <a:p>
            <a:pPr>
              <a:spcAft>
                <a:spcPts val="600"/>
              </a:spcAft>
            </a:pPr>
            <a:r>
              <a:rPr lang="en-US" sz="2000" kern="1200" dirty="0"/>
              <a:t>Provides a real-time overview of service operations including service status distribution, technician workload, vehicle history, and key performance metrics for effective decision-making.</a:t>
            </a:r>
          </a:p>
        </p:txBody>
      </p:sp>
    </p:spTree>
    <p:extLst>
      <p:ext uri="{BB962C8B-B14F-4D97-AF65-F5344CB8AC3E}">
        <p14:creationId xmlns:p14="http://schemas.microsoft.com/office/powerpoint/2010/main" val="65656120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0EB3F-409A-58B0-41B1-563E5288F7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F629F9-DF49-F268-87D3-1C63C256665D}"/>
              </a:ext>
            </a:extLst>
          </p:cNvPr>
          <p:cNvSpPr>
            <a:spLocks noGrp="1"/>
          </p:cNvSpPr>
          <p:nvPr>
            <p:ph type="title"/>
          </p:nvPr>
        </p:nvSpPr>
        <p:spPr/>
        <p:txBody>
          <a:bodyPr/>
          <a:lstStyle/>
          <a:p>
            <a:pPr>
              <a:lnSpc>
                <a:spcPts val="3240"/>
              </a:lnSpc>
            </a:pPr>
            <a:r>
              <a:rPr lang="en-US" b="1" dirty="0">
                <a:solidFill>
                  <a:schemeClr val="tx1"/>
                </a:solidFill>
                <a:ea typeface="Arial" pitchFamily="34" charset="-122"/>
                <a:cs typeface="Arial" pitchFamily="34" charset="-120"/>
              </a:rPr>
              <a:t>User Management Screen(Admin)</a:t>
            </a:r>
            <a:endParaRPr lang="en-US" dirty="0">
              <a:solidFill>
                <a:schemeClr val="tx1"/>
              </a:solidFill>
            </a:endParaRPr>
          </a:p>
        </p:txBody>
      </p:sp>
      <p:pic>
        <p:nvPicPr>
          <p:cNvPr id="8" name="Picture Placeholder 7">
            <a:extLst>
              <a:ext uri="{FF2B5EF4-FFF2-40B4-BE49-F238E27FC236}">
                <a16:creationId xmlns:a16="http://schemas.microsoft.com/office/drawing/2014/main" id="{677FC6CE-D861-5265-80CB-5B5BBE19CE48}"/>
              </a:ext>
            </a:extLst>
          </p:cNvPr>
          <p:cNvPicPr>
            <a:picLocks noGrp="1" noChangeAspect="1"/>
          </p:cNvPicPr>
          <p:nvPr>
            <p:ph type="pic" sz="quarter" idx="10"/>
          </p:nvPr>
        </p:nvPicPr>
        <p:blipFill>
          <a:blip r:embed="rId2"/>
          <a:srcRect l="13140" r="13140"/>
          <a:stretch/>
        </p:blipFill>
        <p:spPr>
          <a:xfrm>
            <a:off x="3506788" y="1130300"/>
            <a:ext cx="8491537" cy="5353050"/>
          </a:xfrm>
          <a:prstGeom prst="rect">
            <a:avLst/>
          </a:prstGeom>
        </p:spPr>
      </p:pic>
      <p:sp>
        <p:nvSpPr>
          <p:cNvPr id="5" name="Text Placeholder 4">
            <a:extLst>
              <a:ext uri="{FF2B5EF4-FFF2-40B4-BE49-F238E27FC236}">
                <a16:creationId xmlns:a16="http://schemas.microsoft.com/office/drawing/2014/main" id="{F969617F-C190-E0D4-53CF-EE156C16083E}"/>
              </a:ext>
            </a:extLst>
          </p:cNvPr>
          <p:cNvSpPr>
            <a:spLocks noGrp="1"/>
          </p:cNvSpPr>
          <p:nvPr>
            <p:ph type="body" sz="quarter" idx="11"/>
          </p:nvPr>
        </p:nvSpPr>
        <p:spPr>
          <a:xfrm>
            <a:off x="465137" y="956441"/>
            <a:ext cx="2519801" cy="5064592"/>
          </a:xfrm>
        </p:spPr>
        <p:txBody>
          <a:bodyPr/>
          <a:lstStyle/>
          <a:p>
            <a:r>
              <a:rPr lang="en-US" sz="2000" dirty="0"/>
              <a:t>Enables admins to manage staff accounts with role-based access, approve or reject pending registrations, and monitor active status of Customers, Service Managers, and Technicians.</a:t>
            </a:r>
            <a:endParaRPr lang="en-IN" sz="2000" dirty="0"/>
          </a:p>
        </p:txBody>
      </p:sp>
    </p:spTree>
    <p:extLst>
      <p:ext uri="{BB962C8B-B14F-4D97-AF65-F5344CB8AC3E}">
        <p14:creationId xmlns:p14="http://schemas.microsoft.com/office/powerpoint/2010/main" val="71593830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BC0F7-F1AF-D3B6-1046-60C7A4F39B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B7C1F2-BDB4-9031-142C-27A68BAAE6FB}"/>
              </a:ext>
            </a:extLst>
          </p:cNvPr>
          <p:cNvSpPr>
            <a:spLocks noGrp="1"/>
          </p:cNvSpPr>
          <p:nvPr>
            <p:ph type="title"/>
          </p:nvPr>
        </p:nvSpPr>
        <p:spPr/>
        <p:txBody>
          <a:bodyPr/>
          <a:lstStyle/>
          <a:p>
            <a:pPr>
              <a:lnSpc>
                <a:spcPts val="3240"/>
              </a:lnSpc>
            </a:pPr>
            <a:r>
              <a:rPr lang="en-US" b="1" dirty="0">
                <a:solidFill>
                  <a:schemeClr val="tx1"/>
                </a:solidFill>
                <a:ea typeface="Arial" pitchFamily="34" charset="-122"/>
                <a:cs typeface="Arial" pitchFamily="34" charset="-120"/>
              </a:rPr>
              <a:t>Reports &amp; Analytics</a:t>
            </a:r>
          </a:p>
        </p:txBody>
      </p:sp>
      <p:pic>
        <p:nvPicPr>
          <p:cNvPr id="6" name="Picture Placeholder 5">
            <a:extLst>
              <a:ext uri="{FF2B5EF4-FFF2-40B4-BE49-F238E27FC236}">
                <a16:creationId xmlns:a16="http://schemas.microsoft.com/office/drawing/2014/main" id="{83349903-D3D7-D62C-3B74-C34E7EA0CD7A}"/>
              </a:ext>
            </a:extLst>
          </p:cNvPr>
          <p:cNvPicPr>
            <a:picLocks noGrp="1" noChangeAspect="1"/>
          </p:cNvPicPr>
          <p:nvPr>
            <p:ph type="pic" sz="quarter" idx="10"/>
          </p:nvPr>
        </p:nvPicPr>
        <p:blipFill>
          <a:blip r:embed="rId2"/>
          <a:srcRect l="13456" r="13456"/>
          <a:stretch/>
        </p:blipFill>
        <p:spPr>
          <a:xfrm>
            <a:off x="4346089" y="1130300"/>
            <a:ext cx="7652236" cy="5353050"/>
          </a:xfrm>
          <a:prstGeom prst="rect">
            <a:avLst/>
          </a:prstGeom>
        </p:spPr>
      </p:pic>
      <p:sp>
        <p:nvSpPr>
          <p:cNvPr id="5" name="Text Placeholder 4">
            <a:extLst>
              <a:ext uri="{FF2B5EF4-FFF2-40B4-BE49-F238E27FC236}">
                <a16:creationId xmlns:a16="http://schemas.microsoft.com/office/drawing/2014/main" id="{52AAB798-660C-8005-A9F5-2047E652C4D8}"/>
              </a:ext>
            </a:extLst>
          </p:cNvPr>
          <p:cNvSpPr>
            <a:spLocks noGrp="1"/>
          </p:cNvSpPr>
          <p:nvPr>
            <p:ph type="body" sz="quarter" idx="11"/>
          </p:nvPr>
        </p:nvSpPr>
        <p:spPr>
          <a:xfrm>
            <a:off x="465138" y="1130300"/>
            <a:ext cx="3547464" cy="3263024"/>
          </a:xfrm>
        </p:spPr>
        <p:txBody>
          <a:bodyPr/>
          <a:lstStyle/>
          <a:p>
            <a:r>
              <a:rPr lang="en-US" dirty="0"/>
              <a:t>Displays detailed service and revenue insights including total active services, total revenue, monthly revenue, and urgent service counts.</a:t>
            </a:r>
            <a:endParaRPr lang="en-IN" dirty="0"/>
          </a:p>
        </p:txBody>
      </p:sp>
    </p:spTree>
    <p:extLst>
      <p:ext uri="{BB962C8B-B14F-4D97-AF65-F5344CB8AC3E}">
        <p14:creationId xmlns:p14="http://schemas.microsoft.com/office/powerpoint/2010/main" val="87834335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42727C7-A45D-FCE9-27F2-EDD71D5228A1}"/>
              </a:ext>
            </a:extLst>
          </p:cNvPr>
          <p:cNvSpPr>
            <a:spLocks noGrp="1"/>
          </p:cNvSpPr>
          <p:nvPr>
            <p:ph type="title"/>
          </p:nvPr>
        </p:nvSpPr>
        <p:spPr>
          <a:xfrm>
            <a:off x="465138" y="386203"/>
            <a:ext cx="11533187" cy="410369"/>
          </a:xfrm>
        </p:spPr>
        <p:txBody>
          <a:bodyPr/>
          <a:lstStyle/>
          <a:p>
            <a:r>
              <a:rPr lang="en-IN" dirty="0"/>
              <a:t>Results &amp; Achievements</a:t>
            </a:r>
          </a:p>
        </p:txBody>
      </p:sp>
      <p:sp>
        <p:nvSpPr>
          <p:cNvPr id="6" name="Text Placeholder 5">
            <a:extLst>
              <a:ext uri="{FF2B5EF4-FFF2-40B4-BE49-F238E27FC236}">
                <a16:creationId xmlns:a16="http://schemas.microsoft.com/office/drawing/2014/main" id="{1088DDFE-3D89-6078-1BDB-3837C36BA077}"/>
              </a:ext>
            </a:extLst>
          </p:cNvPr>
          <p:cNvSpPr>
            <a:spLocks noGrp="1"/>
          </p:cNvSpPr>
          <p:nvPr>
            <p:ph type="body" sz="quarter" idx="10"/>
          </p:nvPr>
        </p:nvSpPr>
        <p:spPr>
          <a:xfrm>
            <a:off x="465138" y="1118378"/>
            <a:ext cx="11533187" cy="5650284"/>
          </a:xfrm>
        </p:spPr>
        <p:txBody>
          <a:bodyPr/>
          <a:lstStyle/>
          <a:p>
            <a:r>
              <a:rPr lang="en-US" sz="2000" dirty="0"/>
              <a:t>• Successfully developed a </a:t>
            </a:r>
            <a:r>
              <a:rPr lang="en-US" sz="2000" b="1" dirty="0"/>
              <a:t>secure full-stack Vehicle Service Management System</a:t>
            </a:r>
            <a:r>
              <a:rPr lang="en-US" sz="2000" dirty="0"/>
              <a:t> using ASP.NET Core and Angular</a:t>
            </a:r>
          </a:p>
          <a:p>
            <a:r>
              <a:rPr lang="en-US" sz="2000" dirty="0"/>
              <a:t>• Implemented </a:t>
            </a:r>
            <a:r>
              <a:rPr lang="en-US" sz="2000" b="1" dirty="0"/>
              <a:t>JWT-based authentication and role-based authorization</a:t>
            </a:r>
            <a:r>
              <a:rPr lang="en-US" sz="2000" dirty="0"/>
              <a:t> for Admin, </a:t>
            </a:r>
            <a:r>
              <a:rPr lang="en-US" sz="2000" dirty="0" err="1"/>
              <a:t>ServiceManager</a:t>
            </a:r>
            <a:r>
              <a:rPr lang="en-US" sz="2000" dirty="0"/>
              <a:t>, Technician, and Customer</a:t>
            </a:r>
          </a:p>
          <a:p>
            <a:r>
              <a:rPr lang="en-US" sz="2000" dirty="0"/>
              <a:t>• Automated the </a:t>
            </a:r>
            <a:r>
              <a:rPr lang="en-US" sz="2000" b="1" dirty="0"/>
              <a:t>complete service lifecycle</a:t>
            </a:r>
            <a:r>
              <a:rPr lang="en-US" sz="2000" dirty="0"/>
              <a:t> from booking to assignment, task completion, billing, and payment</a:t>
            </a:r>
          </a:p>
          <a:p>
            <a:r>
              <a:rPr lang="en-US" sz="2000" dirty="0"/>
              <a:t>• Enabled </a:t>
            </a:r>
            <a:r>
              <a:rPr lang="en-US" sz="2000" b="1" dirty="0"/>
              <a:t>real-time service tracking, technician workload monitoring</a:t>
            </a:r>
            <a:r>
              <a:rPr lang="en-US" sz="2000" dirty="0"/>
              <a:t>, and low stock alerts</a:t>
            </a:r>
          </a:p>
          <a:p>
            <a:r>
              <a:rPr lang="en-US" sz="2000" dirty="0"/>
              <a:t>• Achieved </a:t>
            </a:r>
            <a:r>
              <a:rPr lang="en-US" sz="2000" b="1" dirty="0"/>
              <a:t>clean data handling</a:t>
            </a:r>
            <a:r>
              <a:rPr lang="en-US" sz="2000" dirty="0"/>
              <a:t> using Entity Framework Core and LINQ queries (no raw SQL)</a:t>
            </a:r>
          </a:p>
          <a:p>
            <a:r>
              <a:rPr lang="en-US" sz="2000" dirty="0"/>
              <a:t>• Built </a:t>
            </a:r>
            <a:r>
              <a:rPr lang="en-US" sz="2000" b="1" dirty="0"/>
              <a:t>interactive dashboards and reports</a:t>
            </a:r>
            <a:r>
              <a:rPr lang="en-US" sz="2000" dirty="0"/>
              <a:t> for revenue analytics, technician performance, and service trends</a:t>
            </a:r>
          </a:p>
          <a:p>
            <a:r>
              <a:rPr lang="en-US" sz="2000" dirty="0"/>
              <a:t>• Ensured </a:t>
            </a:r>
            <a:r>
              <a:rPr lang="en-US" sz="2000" b="1" dirty="0"/>
              <a:t>scalable, maintainable, and secure architecture</a:t>
            </a:r>
            <a:r>
              <a:rPr lang="en-US" sz="2000" dirty="0"/>
              <a:t> following Repository Pattern and industry best practices</a:t>
            </a:r>
          </a:p>
          <a:p>
            <a:br>
              <a:rPr lang="en-US" sz="2000" dirty="0"/>
            </a:br>
            <a:endParaRPr lang="en-US" sz="2000" dirty="0"/>
          </a:p>
        </p:txBody>
      </p:sp>
    </p:spTree>
    <p:extLst>
      <p:ext uri="{BB962C8B-B14F-4D97-AF65-F5344CB8AC3E}">
        <p14:creationId xmlns:p14="http://schemas.microsoft.com/office/powerpoint/2010/main" val="292769524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1D511-3817-86A7-D897-E60EEDA3AF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B545AF-901D-14DF-E804-6DE67471CB2A}"/>
              </a:ext>
            </a:extLst>
          </p:cNvPr>
          <p:cNvSpPr>
            <a:spLocks noGrp="1"/>
          </p:cNvSpPr>
          <p:nvPr>
            <p:ph type="title"/>
          </p:nvPr>
        </p:nvSpPr>
        <p:spPr>
          <a:xfrm>
            <a:off x="465138" y="386203"/>
            <a:ext cx="11533187" cy="410369"/>
          </a:xfrm>
        </p:spPr>
        <p:txBody>
          <a:bodyPr/>
          <a:lstStyle/>
          <a:p>
            <a:r>
              <a:rPr lang="en-IN" dirty="0"/>
              <a:t>Live Demonstration</a:t>
            </a:r>
          </a:p>
        </p:txBody>
      </p:sp>
      <p:sp>
        <p:nvSpPr>
          <p:cNvPr id="3" name="Rectangle 2">
            <a:extLst>
              <a:ext uri="{FF2B5EF4-FFF2-40B4-BE49-F238E27FC236}">
                <a16:creationId xmlns:a16="http://schemas.microsoft.com/office/drawing/2014/main" id="{FDA2BF55-8992-2E5D-A14A-32CA5D50A805}"/>
              </a:ext>
            </a:extLst>
          </p:cNvPr>
          <p:cNvSpPr/>
          <p:nvPr/>
        </p:nvSpPr>
        <p:spPr bwMode="auto">
          <a:xfrm>
            <a:off x="740780" y="1169043"/>
            <a:ext cx="11257545" cy="5439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Live Demonstration</a:t>
            </a:r>
          </a:p>
          <a:p>
            <a:pPr algn="ctr" defTabSz="932472" fontAlgn="base">
              <a:lnSpc>
                <a:spcPct val="90000"/>
              </a:lnSpc>
              <a:spcBef>
                <a:spcPct val="0"/>
              </a:spcBef>
              <a:spcAft>
                <a:spcPct val="0"/>
              </a:spcAft>
            </a:pPr>
            <a:endParaRPr lang="en-US" sz="2400" dirty="0">
              <a:ln w="0"/>
              <a:solidFill>
                <a:schemeClr val="tx1"/>
              </a:solidFill>
              <a:ea typeface="Segoe UI" pitchFamily="34" charset="0"/>
              <a:cs typeface="Segoe UI" pitchFamily="34" charset="0"/>
            </a:endParaRPr>
          </a:p>
          <a:p>
            <a:pPr algn="ctr" defTabSz="932472" fontAlgn="base">
              <a:lnSpc>
                <a:spcPct val="90000"/>
              </a:lnSpc>
              <a:spcBef>
                <a:spcPct val="0"/>
              </a:spcBef>
              <a:spcAft>
                <a:spcPct val="0"/>
              </a:spcAft>
            </a:pPr>
            <a:r>
              <a:rPr lang="en-US" sz="2400" dirty="0">
                <a:ln w="0"/>
                <a:solidFill>
                  <a:schemeClr val="tx1"/>
                </a:solidFill>
                <a:ea typeface="Segoe UI" pitchFamily="34" charset="0"/>
                <a:cs typeface="Segoe UI" pitchFamily="34" charset="0"/>
              </a:rPr>
              <a:t>See the application in action</a:t>
            </a:r>
          </a:p>
          <a:p>
            <a:pPr algn="ctr" defTabSz="932472" fontAlgn="base">
              <a:lnSpc>
                <a:spcPct val="90000"/>
              </a:lnSpc>
              <a:spcBef>
                <a:spcPct val="0"/>
              </a:spcBef>
              <a:spcAft>
                <a:spcPct val="0"/>
              </a:spcAft>
            </a:pPr>
            <a:endParaRPr lang="en-US" sz="2400" b="1"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endParaRPr>
          </a:p>
        </p:txBody>
      </p:sp>
      <p:sp>
        <p:nvSpPr>
          <p:cNvPr id="4" name="Text 2">
            <a:extLst>
              <a:ext uri="{FF2B5EF4-FFF2-40B4-BE49-F238E27FC236}">
                <a16:creationId xmlns:a16="http://schemas.microsoft.com/office/drawing/2014/main" id="{3A5363E6-C4E9-E8FE-1DFD-A35E7A7C20AB}"/>
              </a:ext>
            </a:extLst>
          </p:cNvPr>
          <p:cNvSpPr/>
          <p:nvPr/>
        </p:nvSpPr>
        <p:spPr>
          <a:xfrm>
            <a:off x="5771603" y="4407060"/>
            <a:ext cx="1161632" cy="882570"/>
          </a:xfrm>
          <a:prstGeom prst="rect">
            <a:avLst/>
          </a:prstGeom>
          <a:noFill/>
          <a:ln/>
        </p:spPr>
        <p:txBody>
          <a:bodyPr wrap="square" lIns="0" tIns="0" rIns="0" bIns="0" rtlCol="0" anchor="t"/>
          <a:lstStyle/>
          <a:p>
            <a:pPr marL="0" indent="0" algn="ctr">
              <a:lnSpc>
                <a:spcPts val="5040"/>
              </a:lnSpc>
              <a:buNone/>
            </a:pPr>
            <a:r>
              <a:rPr lang="en-US" sz="3600" dirty="0">
                <a:solidFill>
                  <a:srgbClr val="F1F5F9"/>
                </a:solidFill>
                <a:latin typeface="Arial" pitchFamily="34" charset="0"/>
                <a:ea typeface="Arial" pitchFamily="34" charset="-122"/>
                <a:cs typeface="Arial" pitchFamily="34" charset="-120"/>
              </a:rPr>
              <a:t>▶️</a:t>
            </a:r>
            <a:endParaRPr lang="en-US" sz="3600" dirty="0"/>
          </a:p>
        </p:txBody>
      </p:sp>
    </p:spTree>
    <p:extLst>
      <p:ext uri="{BB962C8B-B14F-4D97-AF65-F5344CB8AC3E}">
        <p14:creationId xmlns:p14="http://schemas.microsoft.com/office/powerpoint/2010/main" val="996640535"/>
      </p:ext>
    </p:extLst>
  </p:cSld>
  <p:clrMapOvr>
    <a:masterClrMapping/>
  </p:clrMapOvr>
  <p:transition>
    <p:fade/>
  </p:transition>
</p:sld>
</file>

<file path=ppt/theme/theme1.xml><?xml version="1.0" encoding="utf-8"?>
<a:theme xmlns:a="http://schemas.openxmlformats.org/drawingml/2006/main" name="Azure 1">
  <a:themeElements>
    <a:clrScheme name="Custom 3">
      <a:dk1>
        <a:srgbClr val="000000"/>
      </a:dk1>
      <a:lt1>
        <a:srgbClr val="FFFFFF"/>
      </a:lt1>
      <a:dk2>
        <a:srgbClr val="0078D3"/>
      </a:dk2>
      <a:lt2>
        <a:srgbClr val="FFFFFF"/>
      </a:lt2>
      <a:accent1>
        <a:srgbClr val="EBEBEB"/>
      </a:accent1>
      <a:accent2>
        <a:srgbClr val="75757A"/>
      </a:accent2>
      <a:accent3>
        <a:srgbClr val="000041"/>
      </a:accent3>
      <a:accent4>
        <a:srgbClr val="0078D3"/>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Properties xmlns="http://schemas.microsoft.com/sharepoint/v3" xsi:nil="true"/>
    <_ip_UnifiedCompliancePolicyUIAction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CF6CFD0234D3B49A8BA0EAFF2A75B6F" ma:contentTypeVersion="13" ma:contentTypeDescription="Create a new document." ma:contentTypeScope="" ma:versionID="fe4210c65925791be238c7055ecc53c9">
  <xsd:schema xmlns:xsd="http://www.w3.org/2001/XMLSchema" xmlns:xs="http://www.w3.org/2001/XMLSchema" xmlns:p="http://schemas.microsoft.com/office/2006/metadata/properties" xmlns:ns1="http://schemas.microsoft.com/sharepoint/v3" xmlns:ns2="81db2858-b24f-4e13-8628-6a9b4230a320" xmlns:ns3="47c683d7-bc2d-4791-a545-02d7bf8a7e2a" targetNamespace="http://schemas.microsoft.com/office/2006/metadata/properties" ma:root="true" ma:fieldsID="6e9aa929f685a74ba23415f87c22c051" ns1:_="" ns2:_="" ns3:_="">
    <xsd:import namespace="http://schemas.microsoft.com/sharepoint/v3"/>
    <xsd:import namespace="81db2858-b24f-4e13-8628-6a9b4230a320"/>
    <xsd:import namespace="47c683d7-bc2d-4791-a545-02d7bf8a7e2a"/>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AutoTags" minOccurs="0"/>
                <xsd:element ref="ns1:_ip_UnifiedCompliancePolicyProperties" minOccurs="0"/>
                <xsd:element ref="ns1:_ip_UnifiedCompliancePolicyUIAction"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1db2858-b24f-4e13-8628-6a9b4230a3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7" nillable="true" ma:displayName="Tags" ma:internalName="MediaServiceAutoTags" ma:readOnly="true">
      <xsd:simpleType>
        <xsd:restriction base="dms:Text"/>
      </xsd:simpleType>
    </xsd:element>
    <xsd:element name="MediaServiceDateTaken" ma:index="20"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7c683d7-bc2d-4791-a545-02d7bf8a7e2a"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AE6409B-068D-4653-BD67-AC4DDFD756BB}">
  <ds:schemaRefs>
    <ds:schemaRef ds:uri="http://schemas.microsoft.com/office/2006/metadata/properties"/>
    <ds:schemaRef ds:uri="http://schemas.microsoft.com/office/infopath/2007/PartnerControls"/>
    <ds:schemaRef ds:uri="http://schemas.microsoft.com/sharepoint/v3"/>
  </ds:schemaRefs>
</ds:datastoreItem>
</file>

<file path=customXml/itemProps2.xml><?xml version="1.0" encoding="utf-8"?>
<ds:datastoreItem xmlns:ds="http://schemas.openxmlformats.org/officeDocument/2006/customXml" ds:itemID="{075290F2-CDB2-4ACA-B47D-DD3BA184EB9C}">
  <ds:schemaRefs>
    <ds:schemaRef ds:uri="http://schemas.microsoft.com/sharepoint/v3/contenttype/forms"/>
  </ds:schemaRefs>
</ds:datastoreItem>
</file>

<file path=customXml/itemProps3.xml><?xml version="1.0" encoding="utf-8"?>
<ds:datastoreItem xmlns:ds="http://schemas.openxmlformats.org/officeDocument/2006/customXml" ds:itemID="{3CE5D289-8547-451C-AB26-EE5D172C92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81db2858-b24f-4e13-8628-6a9b4230a320"/>
    <ds:schemaRef ds:uri="47c683d7-bc2d-4791-a545-02d7bf8a7e2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1409</TotalTime>
  <Words>927</Words>
  <Application>Microsoft Office PowerPoint</Application>
  <PresentationFormat>Custom</PresentationFormat>
  <Paragraphs>98</Paragraphs>
  <Slides>13</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-apple-system</vt:lpstr>
      <vt:lpstr>Arial</vt:lpstr>
      <vt:lpstr>Segoe UI</vt:lpstr>
      <vt:lpstr>Segoe UI Light</vt:lpstr>
      <vt:lpstr>Segoe UI Semibold</vt:lpstr>
      <vt:lpstr>Segoe WPC</vt:lpstr>
      <vt:lpstr>Wingdings</vt:lpstr>
      <vt:lpstr>Azure 1</vt:lpstr>
      <vt:lpstr>Vehicle Management System</vt:lpstr>
      <vt:lpstr>Project Overview</vt:lpstr>
      <vt:lpstr>Problem Statement</vt:lpstr>
      <vt:lpstr>Proposed Solution</vt:lpstr>
      <vt:lpstr>Solution &amp; Key Features</vt:lpstr>
      <vt:lpstr>Technology Stack</vt:lpstr>
      <vt:lpstr>Database Schema</vt:lpstr>
      <vt:lpstr>System Architecture</vt:lpstr>
      <vt:lpstr>Dashboard Screen(Service Manager)</vt:lpstr>
      <vt:lpstr>User Management Screen(Admin)</vt:lpstr>
      <vt:lpstr>Reports &amp; Analytics</vt:lpstr>
      <vt:lpstr>Results &amp; Achievements</vt:lpstr>
      <vt:lpstr>Live Demonstration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RUQAYYA SHAH</cp:lastModifiedBy>
  <cp:revision>46</cp:revision>
  <dcterms:created xsi:type="dcterms:W3CDTF">2021-02-08T22:39:15Z</dcterms:created>
  <dcterms:modified xsi:type="dcterms:W3CDTF">2026-01-07T00:24:11Z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0x010100CCF6CFD0234D3B49A8BA0EAFF2A75B6F</vt:lpwstr>
  </property>
</Properties>
</file>